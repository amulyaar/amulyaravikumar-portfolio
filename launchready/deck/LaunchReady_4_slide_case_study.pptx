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051657c2f84057" /><Relationship Type="http://schemas.openxmlformats.org/officeDocument/2006/relationships/extended-properties" Target="/docProps/app.xml" Id="R4f479abbdf81486e" /><Relationship Type="http://schemas.openxmlformats.org/officeDocument/2006/relationships/officeDocument" Target="/ppt/presentation.xml" Id="Rb9fa92f5b3d345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98dbd755954b93"/>
  </p:sldMasterIdLst>
  <p:notesMasterIdLst>
    <p:notesMasterId xmlns:r="http://schemas.openxmlformats.org/officeDocument/2006/relationships" r:id="R627465bf6c56452d"/>
  </p:notesMasterIdLst>
  <p:sldIdLst>
    <p:sldId xmlns:r="http://schemas.openxmlformats.org/officeDocument/2006/relationships" id="256" r:id="R1aebe3bd1b69408c"/>
    <p:sldId xmlns:r="http://schemas.openxmlformats.org/officeDocument/2006/relationships" id="257" r:id="R86be75b88ce34815"/>
    <p:sldId xmlns:r="http://schemas.openxmlformats.org/officeDocument/2006/relationships" id="258" r:id="Rdf419beb089e42fe"/>
    <p:sldId xmlns:r="http://schemas.openxmlformats.org/officeDocument/2006/relationships" id="259" r:id="Rddbe9727bf9947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a0fe0009754e66" /><Relationship Type="http://schemas.openxmlformats.org/officeDocument/2006/relationships/slideMaster" Target="/ppt/slideMasters/slideMaster1.xml" Id="R4a98dbd755954b93" /><Relationship Type="http://schemas.openxmlformats.org/officeDocument/2006/relationships/notesMaster" Target="/ppt/notesMasters/notesMaster1.xml" Id="R627465bf6c56452d" /><Relationship Type="http://schemas.openxmlformats.org/officeDocument/2006/relationships/presProps" Target="/ppt/presProps.xml" Id="R9d705e81a62a49f4" /><Relationship Type="http://schemas.openxmlformats.org/officeDocument/2006/relationships/tableStyles" Target="/ppt/tableStyles.xml" Id="Rf3ce10c755574a98" /><Relationship Type="http://schemas.openxmlformats.org/officeDocument/2006/relationships/slide" Target="/ppt/slides/slide1.xml" Id="R1aebe3bd1b69408c" /><Relationship Type="http://schemas.openxmlformats.org/officeDocument/2006/relationships/slide" Target="/ppt/slides/slide2.xml" Id="R86be75b88ce34815" /><Relationship Type="http://schemas.openxmlformats.org/officeDocument/2006/relationships/slide" Target="/ppt/slides/slide3.xml" Id="Rdf419beb089e42fe" /><Relationship Type="http://schemas.openxmlformats.org/officeDocument/2006/relationships/slide" Target="/ppt/slides/slide4.xml" Id="Rddbe9727bf9947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89ed0fdbbd48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90225585ed4720" /><Relationship Type="http://schemas.openxmlformats.org/officeDocument/2006/relationships/notesMaster" Target="/ppt/notesMasters/notesMaster1.xml" Id="R8ed690d679f445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58e39c709a407e" /><Relationship Type="http://schemas.openxmlformats.org/officeDocument/2006/relationships/notesMaster" Target="/ppt/notesMasters/notesMaster1.xml" Id="R079bffd1b46f43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b4883848314b55" /><Relationship Type="http://schemas.openxmlformats.org/officeDocument/2006/relationships/notesMaster" Target="/ppt/notesMasters/notesMaster1.xml" Id="R3824532bd3a74c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baf46f03ad4452" /><Relationship Type="http://schemas.openxmlformats.org/officeDocument/2006/relationships/notesMaster" Target="/ppt/notesMasters/notesMaster1.xml" Id="R308c05b94f6849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concept; not affiliated with Roblox. No user research or impact results are claimed. Source for product context: https://devforum.roblox.com/t/a-simpler-path-to-publish-plus-invite-early-testers/4930524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https://devforum.roblox.com/t/a-simpler-path-to-publish-plus-invite-early-testers/4930524 (October 12, 2026). The creator pain framing is a hypothesis, not an interview finding.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prototype player data are synthetic. The MVP does not integrate with Roblox. Roblox documents current engagement analytics and experiments at https://create.roblox.com/docs/production/analytics/engagement and https://create.roblox.com/docs/production/experiments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 design is a proposal, not a result. Roblox experiment guidance discusses minimum detectable effect, 14–60 day durations, and sample limitations: https://create.roblox.com/docs/production/experiments. Safety details: https://devforum.roblox.com/t/a-simpler-path-to-publish-plus-invite-early-testers/4930524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ffe663c5c042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ab2a6baad242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8d0ca543e47c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4abf52674c4b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ae9e6ea15b45e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c59914df842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E2975D-BC99-429B-81F3-4F61EA8EF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21E5D7-4E11-421C-8FA8-49B31589CE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0B098D8-D0A4-41E7-A745-90711C977F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30DFBD-E68D-4A05-A634-0B9FC9BB44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DBDEE8-2FA3-45F3-9F77-6BD21ECBC2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DAA666F-9DBF-48B0-94CD-13B6BE9BDF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A9AB1D-5465-4648-A165-B454505990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485FAF7-1E7B-495B-A63E-9A1C7424EF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EBBD65-345F-494E-8482-8C2EA9F799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9E9BEC-EB3F-4163-8021-9EFB0E815A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f68d60441a407b" /><Relationship Type="http://schemas.openxmlformats.org/officeDocument/2006/relationships/slideLayout" Target="/ppt/slideLayouts/slideLayout1.xml" Id="R2bccf030816e44d8" /><Relationship Type="http://schemas.openxmlformats.org/officeDocument/2006/relationships/slideLayout" Target="/ppt/slideLayouts/slideLayout2.xml" Id="R6b14ef91c0e6488c" /><Relationship Type="http://schemas.openxmlformats.org/officeDocument/2006/relationships/slideLayout" Target="/ppt/slideLayouts/slideLayout3.xml" Id="Rf9ea7139351d469d" /><Relationship Type="http://schemas.openxmlformats.org/officeDocument/2006/relationships/slideLayout" Target="/ppt/slideLayouts/slideLayout4.xml" Id="Ra85c76050b3f4958" /><Relationship Type="http://schemas.openxmlformats.org/officeDocument/2006/relationships/slideLayout" Target="/ppt/slideLayouts/slideLayout5.xml" Id="Rc304a08240e04d8d" /><Relationship Type="http://schemas.openxmlformats.org/officeDocument/2006/relationships/slideLayout" Target="/ppt/slideLayouts/slideLayout6.xml" Id="Ra749c4c089f443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ccf030816e44d8"/>
    <p:sldLayoutId xmlns:r="http://schemas.openxmlformats.org/officeDocument/2006/relationships" id="2147483650" r:id="R6b14ef91c0e6488c"/>
    <p:sldLayoutId xmlns:r="http://schemas.openxmlformats.org/officeDocument/2006/relationships" id="2147483651" r:id="Rf9ea7139351d469d"/>
    <p:sldLayoutId xmlns:r="http://schemas.openxmlformats.org/officeDocument/2006/relationships" id="2147483652" r:id="Ra85c76050b3f4958"/>
    <p:sldLayoutId xmlns:r="http://schemas.openxmlformats.org/officeDocument/2006/relationships" id="2147483653" r:id="Rc304a08240e04d8d"/>
    <p:sldLayoutId xmlns:r="http://schemas.openxmlformats.org/officeDocument/2006/relationships" id="2147483654" r:id="Ra749c4c089f443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80b5e4ff4c4307" /><Relationship Type="http://schemas.openxmlformats.org/officeDocument/2006/relationships/notesSlide" Target="/ppt/notesSlides/notesSlide1.xml" Id="R5b85bcfe27c34b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1c2c875b97494c" /><Relationship Type="http://schemas.openxmlformats.org/officeDocument/2006/relationships/notesSlide" Target="/ppt/notesSlides/notesSlide2.xml" Id="Rcf8cc35ce6ed4f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ffd966744f45c1" /><Relationship Type="http://schemas.openxmlformats.org/officeDocument/2006/relationships/notesSlide" Target="/ppt/notesSlides/notesSlide3.xml" Id="R886c4075b9c449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bf42f5e5ae44b8" /><Relationship Type="http://schemas.openxmlformats.org/officeDocument/2006/relationships/notesSlide" Target="/ppt/notesSlides/notesSlide4.xml" Id="Re2881eb012fc47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2F68EF-CE40-4586-844E-A9AE8979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071CC-3696-4022-86C5-6886858B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38C"/>
                </a:solidFill>
              </a:defRPr>
            </a:defPPr>
            <a:lvl1pPr>
              <a:defRPr sz="900" b="1">
                <a:solidFill>
                  <a:srgbClr val="66738C"/>
                </a:solidFill>
              </a:defRPr>
            </a:lvl1pPr>
            <a:lvl2pPr>
              <a:defRPr sz="900" b="1">
                <a:solidFill>
                  <a:srgbClr val="66738C"/>
                </a:solidFill>
              </a:defRPr>
            </a:lvl2pPr>
            <a:lvl3pPr>
              <a:defRPr sz="900" b="1">
                <a:solidFill>
                  <a:srgbClr val="66738C"/>
                </a:solidFill>
              </a:defRPr>
            </a:lvl3pPr>
            <a:lvl4pPr>
              <a:defRPr sz="900" b="1">
                <a:solidFill>
                  <a:srgbClr val="66738C"/>
                </a:solidFill>
              </a:defRPr>
            </a:lvl4pPr>
            <a:lvl5pPr>
              <a:defRPr sz="900" b="1">
                <a:solidFill>
                  <a:srgbClr val="66738C"/>
                </a:solidFill>
              </a:defRPr>
            </a:lvl5pPr>
            <a:lvl6pPr>
              <a:defRPr sz="900" b="1">
                <a:solidFill>
                  <a:srgbClr val="66738C"/>
                </a:solidFill>
              </a:defRPr>
            </a:lvl6pPr>
            <a:lvl7pPr>
              <a:defRPr sz="900" b="1">
                <a:solidFill>
                  <a:srgbClr val="66738C"/>
                </a:solidFill>
              </a:defRPr>
            </a:lvl7pPr>
            <a:lvl8pPr>
              <a:defRPr sz="900" b="1">
                <a:solidFill>
                  <a:srgbClr val="66738C"/>
                </a:solidFill>
              </a:defRPr>
            </a:lvl8pPr>
            <a:lvl9pPr>
              <a:defRPr sz="900" b="1">
                <a:solidFill>
                  <a:srgbClr val="66738C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6738C"/>
                </a:solidFill>
              </a:defRPr>
            </a:pPr>
            <a:r>
              <a:rPr sz="900" b="1">
                <a:solidFill>
                  <a:srgbClr val="66738C"/>
                </a:solidFill>
              </a:rPr>
              <a:t>LAUNCHREADY  /  INDEPENDENT CONCEPT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21DBC-7E9F-4B27-B740-D144F8D5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38C"/>
                </a:solidFill>
              </a:defRPr>
            </a:defPPr>
            <a:lvl1pPr>
              <a:defRPr sz="900" b="1">
                <a:solidFill>
                  <a:srgbClr val="66738C"/>
                </a:solidFill>
              </a:defRPr>
            </a:lvl1pPr>
            <a:lvl2pPr>
              <a:defRPr sz="900" b="1">
                <a:solidFill>
                  <a:srgbClr val="66738C"/>
                </a:solidFill>
              </a:defRPr>
            </a:lvl2pPr>
            <a:lvl3pPr>
              <a:defRPr sz="900" b="1">
                <a:solidFill>
                  <a:srgbClr val="66738C"/>
                </a:solidFill>
              </a:defRPr>
            </a:lvl3pPr>
            <a:lvl4pPr>
              <a:defRPr sz="900" b="1">
                <a:solidFill>
                  <a:srgbClr val="66738C"/>
                </a:solidFill>
              </a:defRPr>
            </a:lvl4pPr>
            <a:lvl5pPr>
              <a:defRPr sz="900" b="1">
                <a:solidFill>
                  <a:srgbClr val="66738C"/>
                </a:solidFill>
              </a:defRPr>
            </a:lvl5pPr>
            <a:lvl6pPr>
              <a:defRPr sz="900" b="1">
                <a:solidFill>
                  <a:srgbClr val="66738C"/>
                </a:solidFill>
              </a:defRPr>
            </a:lvl6pPr>
            <a:lvl7pPr>
              <a:defRPr sz="900" b="1">
                <a:solidFill>
                  <a:srgbClr val="66738C"/>
                </a:solidFill>
              </a:defRPr>
            </a:lvl7pPr>
            <a:lvl8pPr>
              <a:defRPr sz="900" b="1">
                <a:solidFill>
                  <a:srgbClr val="66738C"/>
                </a:solidFill>
              </a:defRPr>
            </a:lvl8pPr>
            <a:lvl9pPr>
              <a:defRPr sz="900" b="1">
                <a:solidFill>
                  <a:srgbClr val="66738C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6738C"/>
                </a:solidFill>
              </a:defRPr>
            </a:pPr>
            <a:r>
              <a:rPr sz="900" b="1">
                <a:solidFill>
                  <a:srgbClr val="66738C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70DD2-EB11-4F70-B9F5-2E8A285B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108710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111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D7B8A-2F55-4D11-B0FD-25B831EC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19062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BDF3E7"/>
                </a:solidFill>
              </a:defRPr>
            </a:defPPr>
            <a:lvl1pPr>
              <a:defRPr sz="975" b="1">
                <a:solidFill>
                  <a:srgbClr val="BDF3E7"/>
                </a:solidFill>
              </a:defRPr>
            </a:lvl1pPr>
            <a:lvl2pPr>
              <a:defRPr sz="975" b="1">
                <a:solidFill>
                  <a:srgbClr val="BDF3E7"/>
                </a:solidFill>
              </a:defRPr>
            </a:lvl2pPr>
            <a:lvl3pPr>
              <a:defRPr sz="975" b="1">
                <a:solidFill>
                  <a:srgbClr val="BDF3E7"/>
                </a:solidFill>
              </a:defRPr>
            </a:lvl3pPr>
            <a:lvl4pPr>
              <a:defRPr sz="975" b="1">
                <a:solidFill>
                  <a:srgbClr val="BDF3E7"/>
                </a:solidFill>
              </a:defRPr>
            </a:lvl4pPr>
            <a:lvl5pPr>
              <a:defRPr sz="975" b="1">
                <a:solidFill>
                  <a:srgbClr val="BDF3E7"/>
                </a:solidFill>
              </a:defRPr>
            </a:lvl5pPr>
            <a:lvl6pPr>
              <a:defRPr sz="975" b="1">
                <a:solidFill>
                  <a:srgbClr val="BDF3E7"/>
                </a:solidFill>
              </a:defRPr>
            </a:lvl6pPr>
            <a:lvl7pPr>
              <a:defRPr sz="975" b="1">
                <a:solidFill>
                  <a:srgbClr val="BDF3E7"/>
                </a:solidFill>
              </a:defRPr>
            </a:lvl7pPr>
            <a:lvl8pPr>
              <a:defRPr sz="975" b="1">
                <a:solidFill>
                  <a:srgbClr val="BDF3E7"/>
                </a:solidFill>
              </a:defRPr>
            </a:lvl8pPr>
            <a:lvl9pPr>
              <a:defRPr sz="975" b="1">
                <a:solidFill>
                  <a:srgbClr val="BDF3E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DF3E7"/>
                </a:solidFill>
              </a:defRPr>
            </a:pPr>
            <a:r>
              <a:rPr sz="975" b="1">
                <a:solidFill>
                  <a:srgbClr val="BDF3E7"/>
                </a:solidFill>
              </a:rPr>
              <a:t>SUMMER 2027 PM INTERNSHIP PORTFOLIO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528ED-C80E-42C5-89C9-2E62F1E5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724025"/>
            <a:ext cx="723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275" b="1">
                <a:solidFill>
                  <a:srgbClr val="FFFFFF"/>
                </a:solidFill>
              </a:defRPr>
            </a:defPPr>
            <a:lvl1pPr>
              <a:defRPr sz="4275" b="1">
                <a:solidFill>
                  <a:srgbClr val="FFFFFF"/>
                </a:solidFill>
              </a:defRPr>
            </a:lvl1pPr>
            <a:lvl2pPr>
              <a:defRPr sz="4275" b="1">
                <a:solidFill>
                  <a:srgbClr val="FFFFFF"/>
                </a:solidFill>
              </a:defRPr>
            </a:lvl2pPr>
            <a:lvl3pPr>
              <a:defRPr sz="4275" b="1">
                <a:solidFill>
                  <a:srgbClr val="FFFFFF"/>
                </a:solidFill>
              </a:defRPr>
            </a:lvl3pPr>
            <a:lvl4pPr>
              <a:defRPr sz="4275" b="1">
                <a:solidFill>
                  <a:srgbClr val="FFFFFF"/>
                </a:solidFill>
              </a:defRPr>
            </a:lvl4pPr>
            <a:lvl5pPr>
              <a:defRPr sz="4275" b="1">
                <a:solidFill>
                  <a:srgbClr val="FFFFFF"/>
                </a:solidFill>
              </a:defRPr>
            </a:lvl5pPr>
            <a:lvl6pPr>
              <a:defRPr sz="4275" b="1">
                <a:solidFill>
                  <a:srgbClr val="FFFFFF"/>
                </a:solidFill>
              </a:defRPr>
            </a:lvl6pPr>
            <a:lvl7pPr>
              <a:defRPr sz="4275" b="1">
                <a:solidFill>
                  <a:srgbClr val="FFFFFF"/>
                </a:solidFill>
              </a:defRPr>
            </a:lvl7pPr>
            <a:lvl8pPr>
              <a:defRPr sz="4275" b="1">
                <a:solidFill>
                  <a:srgbClr val="FFFFFF"/>
                </a:solidFill>
              </a:defRPr>
            </a:lvl8pPr>
            <a:lvl9pPr>
              <a:defRPr sz="4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275" b="1">
                <a:solidFill>
                  <a:srgbClr val="FFFFFF"/>
                </a:solidFill>
              </a:defRPr>
            </a:pPr>
            <a:r>
              <a:rPr sz="4275" b="1">
                <a:solidFill>
                  <a:srgbClr val="FFFFFF"/>
                </a:solidFill>
              </a:rPr>
              <a:t>From first playtest</a:t>
            </a:r>
          </a:p>
          <a:p xmlns:a="http://schemas.openxmlformats.org/drawingml/2006/main">
            <a:pPr>
              <a:defRPr sz="4275" b="1">
                <a:solidFill>
                  <a:srgbClr val="FFFFFF"/>
                </a:solidFill>
              </a:defRPr>
            </a:pPr>
            <a:r>
              <a:rPr sz="4275" b="1">
                <a:solidFill>
                  <a:srgbClr val="FFFFFF"/>
                </a:solidFill>
              </a:rPr>
              <a:t>to confident launch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E8C7F-7080-41AB-9F5A-108FDD12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67125"/>
            <a:ext cx="6429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D4DDF0"/>
                </a:solidFill>
              </a:defRPr>
            </a:defPPr>
            <a:lvl1pPr>
              <a:defRPr sz="1725" b="0">
                <a:solidFill>
                  <a:srgbClr val="D4DDF0"/>
                </a:solidFill>
              </a:defRPr>
            </a:lvl1pPr>
            <a:lvl2pPr>
              <a:defRPr sz="1725" b="0">
                <a:solidFill>
                  <a:srgbClr val="D4DDF0"/>
                </a:solidFill>
              </a:defRPr>
            </a:lvl2pPr>
            <a:lvl3pPr>
              <a:defRPr sz="1725" b="0">
                <a:solidFill>
                  <a:srgbClr val="D4DDF0"/>
                </a:solidFill>
              </a:defRPr>
            </a:lvl3pPr>
            <a:lvl4pPr>
              <a:defRPr sz="1725" b="0">
                <a:solidFill>
                  <a:srgbClr val="D4DDF0"/>
                </a:solidFill>
              </a:defRPr>
            </a:lvl4pPr>
            <a:lvl5pPr>
              <a:defRPr sz="1725" b="0">
                <a:solidFill>
                  <a:srgbClr val="D4DDF0"/>
                </a:solidFill>
              </a:defRPr>
            </a:lvl5pPr>
            <a:lvl6pPr>
              <a:defRPr sz="1725" b="0">
                <a:solidFill>
                  <a:srgbClr val="D4DDF0"/>
                </a:solidFill>
              </a:defRPr>
            </a:lvl6pPr>
            <a:lvl7pPr>
              <a:defRPr sz="1725" b="0">
                <a:solidFill>
                  <a:srgbClr val="D4DDF0"/>
                </a:solidFill>
              </a:defRPr>
            </a:lvl7pPr>
            <a:lvl8pPr>
              <a:defRPr sz="1725" b="0">
                <a:solidFill>
                  <a:srgbClr val="D4DDF0"/>
                </a:solidFill>
              </a:defRPr>
            </a:lvl8pPr>
            <a:lvl9pPr>
              <a:defRPr sz="1725" b="0">
                <a:solidFill>
                  <a:srgbClr val="D4DDF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4DDF0"/>
                </a:solidFill>
              </a:defRPr>
            </a:pPr>
            <a:r>
              <a:rPr sz="1725" b="0">
                <a:solidFill>
                  <a:srgbClr val="D4DDF0"/>
                </a:solidFill>
              </a:rPr>
              <a:t>LaunchReady is a proposed decision workspace for first-time Roblox creators: capture early feedback, find the friction, choose the next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EF43C-775E-46D9-BCAA-0263F47D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2628900" cy="323850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263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F1753-6BA1-4613-8579-6CFF2CB9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838325"/>
            <a:ext cx="666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BDF3E7"/>
                </a:solidFill>
              </a:defRPr>
            </a:defPPr>
            <a:lvl1pPr>
              <a:defRPr sz="2925" b="1">
                <a:solidFill>
                  <a:srgbClr val="BDF3E7"/>
                </a:solidFill>
              </a:defRPr>
            </a:lvl1pPr>
            <a:lvl2pPr>
              <a:defRPr sz="2925" b="1">
                <a:solidFill>
                  <a:srgbClr val="BDF3E7"/>
                </a:solidFill>
              </a:defRPr>
            </a:lvl2pPr>
            <a:lvl3pPr>
              <a:defRPr sz="2925" b="1">
                <a:solidFill>
                  <a:srgbClr val="BDF3E7"/>
                </a:solidFill>
              </a:defRPr>
            </a:lvl3pPr>
            <a:lvl4pPr>
              <a:defRPr sz="2925" b="1">
                <a:solidFill>
                  <a:srgbClr val="BDF3E7"/>
                </a:solidFill>
              </a:defRPr>
            </a:lvl4pPr>
            <a:lvl5pPr>
              <a:defRPr sz="2925" b="1">
                <a:solidFill>
                  <a:srgbClr val="BDF3E7"/>
                </a:solidFill>
              </a:defRPr>
            </a:lvl5pPr>
            <a:lvl6pPr>
              <a:defRPr sz="2925" b="1">
                <a:solidFill>
                  <a:srgbClr val="BDF3E7"/>
                </a:solidFill>
              </a:defRPr>
            </a:lvl6pPr>
            <a:lvl7pPr>
              <a:defRPr sz="2925" b="1">
                <a:solidFill>
                  <a:srgbClr val="BDF3E7"/>
                </a:solidFill>
              </a:defRPr>
            </a:lvl7pPr>
            <a:lvl8pPr>
              <a:defRPr sz="2925" b="1">
                <a:solidFill>
                  <a:srgbClr val="BDF3E7"/>
                </a:solidFill>
              </a:defRPr>
            </a:lvl8pPr>
            <a:lvl9pPr>
              <a:defRPr sz="2925" b="1">
                <a:solidFill>
                  <a:srgbClr val="BDF3E7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BDF3E7"/>
                </a:solidFill>
              </a:defRPr>
            </a:pPr>
            <a:r>
              <a:rPr sz="2925" b="1">
                <a:solidFill>
                  <a:srgbClr val="BDF3E7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85D72-117E-4F39-AFFD-00253DDA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514600"/>
            <a:ext cx="20669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 specific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playtest 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ABE69-A4B7-4CFB-8B1C-00AC21A4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533775"/>
            <a:ext cx="193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CAD5EC"/>
                </a:solidFill>
              </a:defRPr>
            </a:defPPr>
            <a:lvl1pPr>
              <a:defRPr sz="1275" b="0">
                <a:solidFill>
                  <a:srgbClr val="CAD5EC"/>
                </a:solidFill>
              </a:defRPr>
            </a:lvl1pPr>
            <a:lvl2pPr>
              <a:defRPr sz="1275" b="0">
                <a:solidFill>
                  <a:srgbClr val="CAD5EC"/>
                </a:solidFill>
              </a:defRPr>
            </a:lvl2pPr>
            <a:lvl3pPr>
              <a:defRPr sz="1275" b="0">
                <a:solidFill>
                  <a:srgbClr val="CAD5EC"/>
                </a:solidFill>
              </a:defRPr>
            </a:lvl3pPr>
            <a:lvl4pPr>
              <a:defRPr sz="1275" b="0">
                <a:solidFill>
                  <a:srgbClr val="CAD5EC"/>
                </a:solidFill>
              </a:defRPr>
            </a:lvl4pPr>
            <a:lvl5pPr>
              <a:defRPr sz="1275" b="0">
                <a:solidFill>
                  <a:srgbClr val="CAD5EC"/>
                </a:solidFill>
              </a:defRPr>
            </a:lvl5pPr>
            <a:lvl6pPr>
              <a:defRPr sz="1275" b="0">
                <a:solidFill>
                  <a:srgbClr val="CAD5EC"/>
                </a:solidFill>
              </a:defRPr>
            </a:lvl6pPr>
            <a:lvl7pPr>
              <a:defRPr sz="1275" b="0">
                <a:solidFill>
                  <a:srgbClr val="CAD5EC"/>
                </a:solidFill>
              </a:defRPr>
            </a:lvl7pPr>
            <a:lvl8pPr>
              <a:defRPr sz="1275" b="0">
                <a:solidFill>
                  <a:srgbClr val="CAD5EC"/>
                </a:solidFill>
              </a:defRPr>
            </a:lvl8pPr>
            <a:lvl9pPr>
              <a:defRPr sz="1275" b="0">
                <a:solidFill>
                  <a:srgbClr val="CAD5E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AD5EC"/>
                </a:solidFill>
              </a:defRPr>
            </a:pPr>
            <a:r>
              <a:rPr sz="1275" b="0">
                <a:solidFill>
                  <a:srgbClr val="CAD5EC"/>
                </a:solidFill>
              </a:rPr>
              <a:t>A small test should end with a decision someone can explain.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A4D08C-424F-4AB0-B685-CAC5EB05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FFFFFF"/>
                </a:solidFill>
              </a:defRPr>
            </a:defPPr>
            <a:lvl1pPr>
              <a:defRPr sz="1200" b="0">
                <a:solidFill>
                  <a:srgbClr val="FFFFFF"/>
                </a:solidFill>
              </a:defRPr>
            </a:lvl1pPr>
            <a:lvl2pPr>
              <a:defRPr sz="1200" b="0">
                <a:solidFill>
                  <a:srgbClr val="FFFFFF"/>
                </a:solidFill>
              </a:defRPr>
            </a:lvl2pPr>
            <a:lvl3pPr>
              <a:defRPr sz="1200" b="0">
                <a:solidFill>
                  <a:srgbClr val="FFFFFF"/>
                </a:solidFill>
              </a:defRPr>
            </a:lvl3pPr>
            <a:lvl4pPr>
              <a:defRPr sz="1200" b="0">
                <a:solidFill>
                  <a:srgbClr val="FFFFFF"/>
                </a:solidFill>
              </a:defRPr>
            </a:lvl4pPr>
            <a:lvl5pPr>
              <a:defRPr sz="1200" b="0">
                <a:solidFill>
                  <a:srgbClr val="FFFFFF"/>
                </a:solidFill>
              </a:defRPr>
            </a:lvl5pPr>
            <a:lvl6pPr>
              <a:defRPr sz="1200" b="0">
                <a:solidFill>
                  <a:srgbClr val="FFFFFF"/>
                </a:solidFill>
              </a:defRPr>
            </a:lvl6pPr>
            <a:lvl7pPr>
              <a:defRPr sz="1200" b="0">
                <a:solidFill>
                  <a:srgbClr val="FFFFFF"/>
                </a:solidFill>
              </a:defRPr>
            </a:lvl7pPr>
            <a:lvl8pPr>
              <a:defRPr sz="1200" b="0">
                <a:solidFill>
                  <a:srgbClr val="FFFFFF"/>
                </a:solidFill>
              </a:defRPr>
            </a:lvl8pPr>
            <a:lvl9pPr>
              <a:defRPr sz="12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Amulya Ravikumar  ·  MS Information Management, UIUC  ·  Deflix product experience</a:t>
            </a:r>
          </a:p>
        </p:txBody>
      </p:sp>
    </p:spTree>
    <p:extLst>
      <p:ext uri="{BB962C8B-B14F-4D97-AF65-F5344CB8AC3E}">
        <p14:creationId xmlns:p14="http://schemas.microsoft.com/office/powerpoint/2010/main" val="8288364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1C5C9F-5E80-4D10-9891-EA345E35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8C82F-1FE4-4BBE-ACCD-83D95FC0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38C"/>
                </a:solidFill>
              </a:defRPr>
            </a:defPPr>
            <a:lvl1pPr>
              <a:defRPr sz="900" b="1">
                <a:solidFill>
                  <a:srgbClr val="66738C"/>
                </a:solidFill>
              </a:defRPr>
            </a:lvl1pPr>
            <a:lvl2pPr>
              <a:defRPr sz="900" b="1">
                <a:solidFill>
                  <a:srgbClr val="66738C"/>
                </a:solidFill>
              </a:defRPr>
            </a:lvl2pPr>
            <a:lvl3pPr>
              <a:defRPr sz="900" b="1">
                <a:solidFill>
                  <a:srgbClr val="66738C"/>
                </a:solidFill>
              </a:defRPr>
            </a:lvl3pPr>
            <a:lvl4pPr>
              <a:defRPr sz="900" b="1">
                <a:solidFill>
                  <a:srgbClr val="66738C"/>
                </a:solidFill>
              </a:defRPr>
            </a:lvl4pPr>
            <a:lvl5pPr>
              <a:defRPr sz="900" b="1">
                <a:solidFill>
                  <a:srgbClr val="66738C"/>
                </a:solidFill>
              </a:defRPr>
            </a:lvl5pPr>
            <a:lvl6pPr>
              <a:defRPr sz="900" b="1">
                <a:solidFill>
                  <a:srgbClr val="66738C"/>
                </a:solidFill>
              </a:defRPr>
            </a:lvl6pPr>
            <a:lvl7pPr>
              <a:defRPr sz="900" b="1">
                <a:solidFill>
                  <a:srgbClr val="66738C"/>
                </a:solidFill>
              </a:defRPr>
            </a:lvl7pPr>
            <a:lvl8pPr>
              <a:defRPr sz="900" b="1">
                <a:solidFill>
                  <a:srgbClr val="66738C"/>
                </a:solidFill>
              </a:defRPr>
            </a:lvl8pPr>
            <a:lvl9pPr>
              <a:defRPr sz="900" b="1">
                <a:solidFill>
                  <a:srgbClr val="66738C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6738C"/>
                </a:solidFill>
              </a:defRPr>
            </a:pPr>
            <a:r>
              <a:rPr sz="900" b="1">
                <a:solidFill>
                  <a:srgbClr val="66738C"/>
                </a:solidFill>
              </a:rPr>
              <a:t>LAUNCHREADY  /  INDEPENDENT CONCEPT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4B2AC-8478-4528-8354-2F2DB852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38C"/>
                </a:solidFill>
              </a:defRPr>
            </a:defPPr>
            <a:lvl1pPr>
              <a:defRPr sz="900" b="1">
                <a:solidFill>
                  <a:srgbClr val="66738C"/>
                </a:solidFill>
              </a:defRPr>
            </a:lvl1pPr>
            <a:lvl2pPr>
              <a:defRPr sz="900" b="1">
                <a:solidFill>
                  <a:srgbClr val="66738C"/>
                </a:solidFill>
              </a:defRPr>
            </a:lvl2pPr>
            <a:lvl3pPr>
              <a:defRPr sz="900" b="1">
                <a:solidFill>
                  <a:srgbClr val="66738C"/>
                </a:solidFill>
              </a:defRPr>
            </a:lvl3pPr>
            <a:lvl4pPr>
              <a:defRPr sz="900" b="1">
                <a:solidFill>
                  <a:srgbClr val="66738C"/>
                </a:solidFill>
              </a:defRPr>
            </a:lvl4pPr>
            <a:lvl5pPr>
              <a:defRPr sz="900" b="1">
                <a:solidFill>
                  <a:srgbClr val="66738C"/>
                </a:solidFill>
              </a:defRPr>
            </a:lvl5pPr>
            <a:lvl6pPr>
              <a:defRPr sz="900" b="1">
                <a:solidFill>
                  <a:srgbClr val="66738C"/>
                </a:solidFill>
              </a:defRPr>
            </a:lvl6pPr>
            <a:lvl7pPr>
              <a:defRPr sz="900" b="1">
                <a:solidFill>
                  <a:srgbClr val="66738C"/>
                </a:solidFill>
              </a:defRPr>
            </a:lvl7pPr>
            <a:lvl8pPr>
              <a:defRPr sz="900" b="1">
                <a:solidFill>
                  <a:srgbClr val="66738C"/>
                </a:solidFill>
              </a:defRPr>
            </a:lvl8pPr>
            <a:lvl9pPr>
              <a:defRPr sz="900" b="1">
                <a:solidFill>
                  <a:srgbClr val="66738C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6738C"/>
                </a:solidFill>
              </a:defRPr>
            </a:pPr>
            <a:r>
              <a:rPr sz="900" b="1">
                <a:solidFill>
                  <a:srgbClr val="66738C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FE79A-A6BB-4F9C-9CE6-7CEB9475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558F6"/>
                </a:solidFill>
              </a:defRPr>
            </a:defPPr>
            <a:lvl1pPr>
              <a:defRPr sz="975" b="1">
                <a:solidFill>
                  <a:srgbClr val="5558F6"/>
                </a:solidFill>
              </a:defRPr>
            </a:lvl1pPr>
            <a:lvl2pPr>
              <a:defRPr sz="975" b="1">
                <a:solidFill>
                  <a:srgbClr val="5558F6"/>
                </a:solidFill>
              </a:defRPr>
            </a:lvl2pPr>
            <a:lvl3pPr>
              <a:defRPr sz="975" b="1">
                <a:solidFill>
                  <a:srgbClr val="5558F6"/>
                </a:solidFill>
              </a:defRPr>
            </a:lvl3pPr>
            <a:lvl4pPr>
              <a:defRPr sz="975" b="1">
                <a:solidFill>
                  <a:srgbClr val="5558F6"/>
                </a:solidFill>
              </a:defRPr>
            </a:lvl4pPr>
            <a:lvl5pPr>
              <a:defRPr sz="975" b="1">
                <a:solidFill>
                  <a:srgbClr val="5558F6"/>
                </a:solidFill>
              </a:defRPr>
            </a:lvl5pPr>
            <a:lvl6pPr>
              <a:defRPr sz="975" b="1">
                <a:solidFill>
                  <a:srgbClr val="5558F6"/>
                </a:solidFill>
              </a:defRPr>
            </a:lvl6pPr>
            <a:lvl7pPr>
              <a:defRPr sz="975" b="1">
                <a:solidFill>
                  <a:srgbClr val="5558F6"/>
                </a:solidFill>
              </a:defRPr>
            </a:lvl7pPr>
            <a:lvl8pPr>
              <a:defRPr sz="975" b="1">
                <a:solidFill>
                  <a:srgbClr val="5558F6"/>
                </a:solidFill>
              </a:defRPr>
            </a:lvl8pPr>
            <a:lvl9pPr>
              <a:defRPr sz="975" b="1">
                <a:solidFill>
                  <a:srgbClr val="5558F6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58F6"/>
                </a:solidFill>
              </a:defRPr>
            </a:pPr>
            <a:r>
              <a:rPr sz="975" b="1">
                <a:solidFill>
                  <a:srgbClr val="5558F6"/>
                </a:solidFill>
              </a:rPr>
              <a:t>OPPORTUNITY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E9FB4-E1F4-4D3F-8301-0EC4D75E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17213B"/>
                </a:solidFill>
              </a:defRPr>
            </a:defPPr>
            <a:lvl1pPr>
              <a:defRPr sz="2925" b="1">
                <a:solidFill>
                  <a:srgbClr val="17213B"/>
                </a:solidFill>
              </a:defRPr>
            </a:lvl1pPr>
            <a:lvl2pPr>
              <a:defRPr sz="2925" b="1">
                <a:solidFill>
                  <a:srgbClr val="17213B"/>
                </a:solidFill>
              </a:defRPr>
            </a:lvl2pPr>
            <a:lvl3pPr>
              <a:defRPr sz="2925" b="1">
                <a:solidFill>
                  <a:srgbClr val="17213B"/>
                </a:solidFill>
              </a:defRPr>
            </a:lvl3pPr>
            <a:lvl4pPr>
              <a:defRPr sz="2925" b="1">
                <a:solidFill>
                  <a:srgbClr val="17213B"/>
                </a:solidFill>
              </a:defRPr>
            </a:lvl4pPr>
            <a:lvl5pPr>
              <a:defRPr sz="2925" b="1">
                <a:solidFill>
                  <a:srgbClr val="17213B"/>
                </a:solidFill>
              </a:defRPr>
            </a:lvl5pPr>
            <a:lvl6pPr>
              <a:defRPr sz="2925" b="1">
                <a:solidFill>
                  <a:srgbClr val="17213B"/>
                </a:solidFill>
              </a:defRPr>
            </a:lvl6pPr>
            <a:lvl7pPr>
              <a:defRPr sz="2925" b="1">
                <a:solidFill>
                  <a:srgbClr val="17213B"/>
                </a:solidFill>
              </a:defRPr>
            </a:lvl7pPr>
            <a:lvl8pPr>
              <a:defRPr sz="2925" b="1">
                <a:solidFill>
                  <a:srgbClr val="17213B"/>
                </a:solidFill>
              </a:defRPr>
            </a:lvl8pPr>
            <a:lvl9pPr>
              <a:defRPr sz="2925" b="1">
                <a:solidFill>
                  <a:srgbClr val="17213B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7213B"/>
                </a:solidFill>
              </a:defRPr>
            </a:pPr>
            <a:r>
              <a:rPr sz="2925" b="1">
                <a:solidFill>
                  <a:srgbClr val="17213B"/>
                </a:solidFill>
              </a:rPr>
              <a:t>The test is small. The launch decision is not.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6B14E-3214-48AB-AD18-CF1EAC6D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10096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66738C"/>
                </a:solidFill>
              </a:defRPr>
            </a:defPPr>
            <a:lvl1pPr>
              <a:defRPr sz="1500" b="0">
                <a:solidFill>
                  <a:srgbClr val="66738C"/>
                </a:solidFill>
              </a:defRPr>
            </a:lvl1pPr>
            <a:lvl2pPr>
              <a:defRPr sz="1500" b="0">
                <a:solidFill>
                  <a:srgbClr val="66738C"/>
                </a:solidFill>
              </a:defRPr>
            </a:lvl2pPr>
            <a:lvl3pPr>
              <a:defRPr sz="1500" b="0">
                <a:solidFill>
                  <a:srgbClr val="66738C"/>
                </a:solidFill>
              </a:defRPr>
            </a:lvl3pPr>
            <a:lvl4pPr>
              <a:defRPr sz="1500" b="0">
                <a:solidFill>
                  <a:srgbClr val="66738C"/>
                </a:solidFill>
              </a:defRPr>
            </a:lvl4pPr>
            <a:lvl5pPr>
              <a:defRPr sz="1500" b="0">
                <a:solidFill>
                  <a:srgbClr val="66738C"/>
                </a:solidFill>
              </a:defRPr>
            </a:lvl5pPr>
            <a:lvl6pPr>
              <a:defRPr sz="1500" b="0">
                <a:solidFill>
                  <a:srgbClr val="66738C"/>
                </a:solidFill>
              </a:defRPr>
            </a:lvl6pPr>
            <a:lvl7pPr>
              <a:defRPr sz="1500" b="0">
                <a:solidFill>
                  <a:srgbClr val="66738C"/>
                </a:solidFill>
              </a:defRPr>
            </a:lvl7pPr>
            <a:lvl8pPr>
              <a:defRPr sz="1500" b="0">
                <a:solidFill>
                  <a:srgbClr val="66738C"/>
                </a:solidFill>
              </a:defRPr>
            </a:lvl8pPr>
            <a:lvl9pPr>
              <a:defRPr sz="1500" b="0">
                <a:solidFill>
                  <a:srgbClr val="66738C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6738C"/>
                </a:solidFill>
              </a:defRPr>
            </a:pPr>
            <a:r>
              <a:rPr sz="1500" b="0">
                <a:solidFill>
                  <a:srgbClr val="66738C"/>
                </a:solidFill>
              </a:rPr>
              <a:t>Roblox announced early tester access for eligible creators in October 2026. The question is how to turn a handful of observations into the next build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EF846-6BD7-4E49-AC2A-C000E2E2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35242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CD338-2CB9-41F4-9E9D-CCABE734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52800"/>
            <a:ext cx="1076325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DF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CB267-E1DB-4B48-8767-FF9A634D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3718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17213B"/>
                </a:solidFill>
              </a:defRPr>
            </a:defPPr>
            <a:lvl1pPr>
              <a:defRPr sz="825" b="1">
                <a:solidFill>
                  <a:srgbClr val="17213B"/>
                </a:solidFill>
              </a:defRPr>
            </a:lvl1pPr>
            <a:lvl2pPr>
              <a:defRPr sz="825" b="1">
                <a:solidFill>
                  <a:srgbClr val="17213B"/>
                </a:solidFill>
              </a:defRPr>
            </a:lvl2pPr>
            <a:lvl3pPr>
              <a:defRPr sz="825" b="1">
                <a:solidFill>
                  <a:srgbClr val="17213B"/>
                </a:solidFill>
              </a:defRPr>
            </a:lvl3pPr>
            <a:lvl4pPr>
              <a:defRPr sz="825" b="1">
                <a:solidFill>
                  <a:srgbClr val="17213B"/>
                </a:solidFill>
              </a:defRPr>
            </a:lvl4pPr>
            <a:lvl5pPr>
              <a:defRPr sz="825" b="1">
                <a:solidFill>
                  <a:srgbClr val="17213B"/>
                </a:solidFill>
              </a:defRPr>
            </a:lvl5pPr>
            <a:lvl6pPr>
              <a:defRPr sz="825" b="1">
                <a:solidFill>
                  <a:srgbClr val="17213B"/>
                </a:solidFill>
              </a:defRPr>
            </a:lvl6pPr>
            <a:lvl7pPr>
              <a:defRPr sz="825" b="1">
                <a:solidFill>
                  <a:srgbClr val="17213B"/>
                </a:solidFill>
              </a:defRPr>
            </a:lvl7pPr>
            <a:lvl8pPr>
              <a:defRPr sz="825" b="1">
                <a:solidFill>
                  <a:srgbClr val="17213B"/>
                </a:solidFill>
              </a:defRPr>
            </a:lvl8pPr>
            <a:lvl9pPr>
              <a:defRPr sz="825" b="1">
                <a:solidFill>
                  <a:srgbClr val="17213B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7213B"/>
                </a:solidFill>
              </a:defRPr>
            </a:pPr>
            <a:r>
              <a:rPr sz="825" b="1">
                <a:solidFill>
                  <a:srgbClr val="17213B"/>
                </a:solidFill>
              </a:rPr>
              <a:t>DOCUMENTED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41E8D-B36E-4062-864B-873B36F7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481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213B"/>
                </a:solidFill>
              </a:defRPr>
            </a:defPPr>
            <a:lvl1pPr>
              <a:defRPr sz="1875" b="1">
                <a:solidFill>
                  <a:srgbClr val="17213B"/>
                </a:solidFill>
              </a:defRPr>
            </a:lvl1pPr>
            <a:lvl2pPr>
              <a:defRPr sz="1875" b="1">
                <a:solidFill>
                  <a:srgbClr val="17213B"/>
                </a:solidFill>
              </a:defRPr>
            </a:lvl2pPr>
            <a:lvl3pPr>
              <a:defRPr sz="1875" b="1">
                <a:solidFill>
                  <a:srgbClr val="17213B"/>
                </a:solidFill>
              </a:defRPr>
            </a:lvl3pPr>
            <a:lvl4pPr>
              <a:defRPr sz="1875" b="1">
                <a:solidFill>
                  <a:srgbClr val="17213B"/>
                </a:solidFill>
              </a:defRPr>
            </a:lvl4pPr>
            <a:lvl5pPr>
              <a:defRPr sz="1875" b="1">
                <a:solidFill>
                  <a:srgbClr val="17213B"/>
                </a:solidFill>
              </a:defRPr>
            </a:lvl5pPr>
            <a:lvl6pPr>
              <a:defRPr sz="1875" b="1">
                <a:solidFill>
                  <a:srgbClr val="17213B"/>
                </a:solidFill>
              </a:defRPr>
            </a:lvl6pPr>
            <a:lvl7pPr>
              <a:defRPr sz="1875" b="1">
                <a:solidFill>
                  <a:srgbClr val="17213B"/>
                </a:solidFill>
              </a:defRPr>
            </a:lvl7pPr>
            <a:lvl8pPr>
              <a:defRPr sz="1875" b="1">
                <a:solidFill>
                  <a:srgbClr val="17213B"/>
                </a:solidFill>
              </a:defRPr>
            </a:lvl8pPr>
            <a:lvl9pPr>
              <a:defRPr sz="1875" b="1">
                <a:solidFill>
                  <a:srgbClr val="17213B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13B"/>
                </a:solidFill>
              </a:defRPr>
            </a:pPr>
            <a:r>
              <a:rPr sz="1875" b="1">
                <a:solidFill>
                  <a:srgbClr val="17213B"/>
                </a:solidFill>
              </a:rPr>
              <a:t>Up to 10 early testers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A5B9A-B3D2-40EC-ADE8-A6E5AA3D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24375"/>
            <a:ext cx="30289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6738C"/>
                </a:solidFill>
              </a:defRPr>
            </a:defPPr>
            <a:lvl1pPr>
              <a:defRPr sz="1275" b="0">
                <a:solidFill>
                  <a:srgbClr val="66738C"/>
                </a:solidFill>
              </a:defRPr>
            </a:lvl1pPr>
            <a:lvl2pPr>
              <a:defRPr sz="1275" b="0">
                <a:solidFill>
                  <a:srgbClr val="66738C"/>
                </a:solidFill>
              </a:defRPr>
            </a:lvl2pPr>
            <a:lvl3pPr>
              <a:defRPr sz="1275" b="0">
                <a:solidFill>
                  <a:srgbClr val="66738C"/>
                </a:solidFill>
              </a:defRPr>
            </a:lvl3pPr>
            <a:lvl4pPr>
              <a:defRPr sz="1275" b="0">
                <a:solidFill>
                  <a:srgbClr val="66738C"/>
                </a:solidFill>
              </a:defRPr>
            </a:lvl4pPr>
            <a:lvl5pPr>
              <a:defRPr sz="1275" b="0">
                <a:solidFill>
                  <a:srgbClr val="66738C"/>
                </a:solidFill>
              </a:defRPr>
            </a:lvl5pPr>
            <a:lvl6pPr>
              <a:defRPr sz="1275" b="0">
                <a:solidFill>
                  <a:srgbClr val="66738C"/>
                </a:solidFill>
              </a:defRPr>
            </a:lvl6pPr>
            <a:lvl7pPr>
              <a:defRPr sz="1275" b="0">
                <a:solidFill>
                  <a:srgbClr val="66738C"/>
                </a:solidFill>
              </a:defRPr>
            </a:lvl7pPr>
            <a:lvl8pPr>
              <a:defRPr sz="1275" b="0">
                <a:solidFill>
                  <a:srgbClr val="66738C"/>
                </a:solidFill>
              </a:defRPr>
            </a:lvl8pPr>
            <a:lvl9pPr>
              <a:defRPr sz="1275" b="0">
                <a:solidFill>
                  <a:srgbClr val="66738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38C"/>
                </a:solidFill>
              </a:defRPr>
            </a:pPr>
            <a:r>
              <a:rPr sz="1275" b="0">
                <a:solidFill>
                  <a:srgbClr val="66738C"/>
                </a:solidFill>
              </a:rPr>
              <a:t>Eligible creators can invite friends or group members before public release. Rollout is gradual.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25D95-F81D-4BBB-82E4-91F75354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35242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3BA4A-9427-4558-9D8D-5BAD45B0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352800"/>
            <a:ext cx="1076325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B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D42FB9-387C-4247-BE17-69BE70C2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3718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17213B"/>
                </a:solidFill>
              </a:defRPr>
            </a:defPPr>
            <a:lvl1pPr>
              <a:defRPr sz="825" b="1">
                <a:solidFill>
                  <a:srgbClr val="17213B"/>
                </a:solidFill>
              </a:defRPr>
            </a:lvl1pPr>
            <a:lvl2pPr>
              <a:defRPr sz="825" b="1">
                <a:solidFill>
                  <a:srgbClr val="17213B"/>
                </a:solidFill>
              </a:defRPr>
            </a:lvl2pPr>
            <a:lvl3pPr>
              <a:defRPr sz="825" b="1">
                <a:solidFill>
                  <a:srgbClr val="17213B"/>
                </a:solidFill>
              </a:defRPr>
            </a:lvl3pPr>
            <a:lvl4pPr>
              <a:defRPr sz="825" b="1">
                <a:solidFill>
                  <a:srgbClr val="17213B"/>
                </a:solidFill>
              </a:defRPr>
            </a:lvl4pPr>
            <a:lvl5pPr>
              <a:defRPr sz="825" b="1">
                <a:solidFill>
                  <a:srgbClr val="17213B"/>
                </a:solidFill>
              </a:defRPr>
            </a:lvl5pPr>
            <a:lvl6pPr>
              <a:defRPr sz="825" b="1">
                <a:solidFill>
                  <a:srgbClr val="17213B"/>
                </a:solidFill>
              </a:defRPr>
            </a:lvl6pPr>
            <a:lvl7pPr>
              <a:defRPr sz="825" b="1">
                <a:solidFill>
                  <a:srgbClr val="17213B"/>
                </a:solidFill>
              </a:defRPr>
            </a:lvl7pPr>
            <a:lvl8pPr>
              <a:defRPr sz="825" b="1">
                <a:solidFill>
                  <a:srgbClr val="17213B"/>
                </a:solidFill>
              </a:defRPr>
            </a:lvl8pPr>
            <a:lvl9pPr>
              <a:defRPr sz="825" b="1">
                <a:solidFill>
                  <a:srgbClr val="17213B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7213B"/>
                </a:solidFill>
              </a:defRPr>
            </a:pPr>
            <a:r>
              <a:rPr sz="825" b="1">
                <a:solidFill>
                  <a:srgbClr val="17213B"/>
                </a:solidFill>
              </a:rPr>
              <a:t>HYPOTHESIS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C3B62E-4836-4852-8811-16DA887D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8481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213B"/>
                </a:solidFill>
              </a:defRPr>
            </a:defPPr>
            <a:lvl1pPr>
              <a:defRPr sz="1875" b="1">
                <a:solidFill>
                  <a:srgbClr val="17213B"/>
                </a:solidFill>
              </a:defRPr>
            </a:lvl1pPr>
            <a:lvl2pPr>
              <a:defRPr sz="1875" b="1">
                <a:solidFill>
                  <a:srgbClr val="17213B"/>
                </a:solidFill>
              </a:defRPr>
            </a:lvl2pPr>
            <a:lvl3pPr>
              <a:defRPr sz="1875" b="1">
                <a:solidFill>
                  <a:srgbClr val="17213B"/>
                </a:solidFill>
              </a:defRPr>
            </a:lvl3pPr>
            <a:lvl4pPr>
              <a:defRPr sz="1875" b="1">
                <a:solidFill>
                  <a:srgbClr val="17213B"/>
                </a:solidFill>
              </a:defRPr>
            </a:lvl4pPr>
            <a:lvl5pPr>
              <a:defRPr sz="1875" b="1">
                <a:solidFill>
                  <a:srgbClr val="17213B"/>
                </a:solidFill>
              </a:defRPr>
            </a:lvl5pPr>
            <a:lvl6pPr>
              <a:defRPr sz="1875" b="1">
                <a:solidFill>
                  <a:srgbClr val="17213B"/>
                </a:solidFill>
              </a:defRPr>
            </a:lvl6pPr>
            <a:lvl7pPr>
              <a:defRPr sz="1875" b="1">
                <a:solidFill>
                  <a:srgbClr val="17213B"/>
                </a:solidFill>
              </a:defRPr>
            </a:lvl7pPr>
            <a:lvl8pPr>
              <a:defRPr sz="1875" b="1">
                <a:solidFill>
                  <a:srgbClr val="17213B"/>
                </a:solidFill>
              </a:defRPr>
            </a:lvl8pPr>
            <a:lvl9pPr>
              <a:defRPr sz="1875" b="1">
                <a:solidFill>
                  <a:srgbClr val="17213B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13B"/>
                </a:solidFill>
              </a:defRPr>
            </a:pPr>
            <a:r>
              <a:rPr sz="1875" b="1">
                <a:solidFill>
                  <a:srgbClr val="17213B"/>
                </a:solidFill>
              </a:rPr>
              <a:t>Feedback is hard to sort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F5503-3E3B-4283-BADD-70441DED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524375"/>
            <a:ext cx="30289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6738C"/>
                </a:solidFill>
              </a:defRPr>
            </a:defPPr>
            <a:lvl1pPr>
              <a:defRPr sz="1275" b="0">
                <a:solidFill>
                  <a:srgbClr val="66738C"/>
                </a:solidFill>
              </a:defRPr>
            </a:lvl1pPr>
            <a:lvl2pPr>
              <a:defRPr sz="1275" b="0">
                <a:solidFill>
                  <a:srgbClr val="66738C"/>
                </a:solidFill>
              </a:defRPr>
            </a:lvl2pPr>
            <a:lvl3pPr>
              <a:defRPr sz="1275" b="0">
                <a:solidFill>
                  <a:srgbClr val="66738C"/>
                </a:solidFill>
              </a:defRPr>
            </a:lvl3pPr>
            <a:lvl4pPr>
              <a:defRPr sz="1275" b="0">
                <a:solidFill>
                  <a:srgbClr val="66738C"/>
                </a:solidFill>
              </a:defRPr>
            </a:lvl4pPr>
            <a:lvl5pPr>
              <a:defRPr sz="1275" b="0">
                <a:solidFill>
                  <a:srgbClr val="66738C"/>
                </a:solidFill>
              </a:defRPr>
            </a:lvl5pPr>
            <a:lvl6pPr>
              <a:defRPr sz="1275" b="0">
                <a:solidFill>
                  <a:srgbClr val="66738C"/>
                </a:solidFill>
              </a:defRPr>
            </a:lvl6pPr>
            <a:lvl7pPr>
              <a:defRPr sz="1275" b="0">
                <a:solidFill>
                  <a:srgbClr val="66738C"/>
                </a:solidFill>
              </a:defRPr>
            </a:lvl7pPr>
            <a:lvl8pPr>
              <a:defRPr sz="1275" b="0">
                <a:solidFill>
                  <a:srgbClr val="66738C"/>
                </a:solidFill>
              </a:defRPr>
            </a:lvl8pPr>
            <a:lvl9pPr>
              <a:defRPr sz="1275" b="0">
                <a:solidFill>
                  <a:srgbClr val="66738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38C"/>
                </a:solidFill>
              </a:defRPr>
            </a:pPr>
            <a:r>
              <a:rPr sz="1275" b="0">
                <a:solidFill>
                  <a:srgbClr val="66738C"/>
                </a:solidFill>
              </a:rPr>
              <a:t>First-time creators may need help linking notes to player moments and fix decisions.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24F063-B9E6-4B3F-9C3C-46B20FF1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35242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D976BD-FB11-4451-8AC8-E4CA21F5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352800"/>
            <a:ext cx="1076325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26AC7B-34F2-4556-80C7-59546525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3718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17213B"/>
                </a:solidFill>
              </a:defRPr>
            </a:defPPr>
            <a:lvl1pPr>
              <a:defRPr sz="825" b="1">
                <a:solidFill>
                  <a:srgbClr val="17213B"/>
                </a:solidFill>
              </a:defRPr>
            </a:lvl1pPr>
            <a:lvl2pPr>
              <a:defRPr sz="825" b="1">
                <a:solidFill>
                  <a:srgbClr val="17213B"/>
                </a:solidFill>
              </a:defRPr>
            </a:lvl2pPr>
            <a:lvl3pPr>
              <a:defRPr sz="825" b="1">
                <a:solidFill>
                  <a:srgbClr val="17213B"/>
                </a:solidFill>
              </a:defRPr>
            </a:lvl3pPr>
            <a:lvl4pPr>
              <a:defRPr sz="825" b="1">
                <a:solidFill>
                  <a:srgbClr val="17213B"/>
                </a:solidFill>
              </a:defRPr>
            </a:lvl4pPr>
            <a:lvl5pPr>
              <a:defRPr sz="825" b="1">
                <a:solidFill>
                  <a:srgbClr val="17213B"/>
                </a:solidFill>
              </a:defRPr>
            </a:lvl5pPr>
            <a:lvl6pPr>
              <a:defRPr sz="825" b="1">
                <a:solidFill>
                  <a:srgbClr val="17213B"/>
                </a:solidFill>
              </a:defRPr>
            </a:lvl6pPr>
            <a:lvl7pPr>
              <a:defRPr sz="825" b="1">
                <a:solidFill>
                  <a:srgbClr val="17213B"/>
                </a:solidFill>
              </a:defRPr>
            </a:lvl7pPr>
            <a:lvl8pPr>
              <a:defRPr sz="825" b="1">
                <a:solidFill>
                  <a:srgbClr val="17213B"/>
                </a:solidFill>
              </a:defRPr>
            </a:lvl8pPr>
            <a:lvl9pPr>
              <a:defRPr sz="825" b="1">
                <a:solidFill>
                  <a:srgbClr val="17213B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7213B"/>
                </a:solidFill>
              </a:defRPr>
            </a:pPr>
            <a:r>
              <a:rPr sz="825" b="1">
                <a:solidFill>
                  <a:srgbClr val="17213B"/>
                </a:solidFill>
              </a:rPr>
              <a:t>PRODUCT RESPONSE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81D347-673E-4068-A0D4-C5867316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481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213B"/>
                </a:solidFill>
              </a:defRPr>
            </a:defPPr>
            <a:lvl1pPr>
              <a:defRPr sz="1875" b="1">
                <a:solidFill>
                  <a:srgbClr val="17213B"/>
                </a:solidFill>
              </a:defRPr>
            </a:lvl1pPr>
            <a:lvl2pPr>
              <a:defRPr sz="1875" b="1">
                <a:solidFill>
                  <a:srgbClr val="17213B"/>
                </a:solidFill>
              </a:defRPr>
            </a:lvl2pPr>
            <a:lvl3pPr>
              <a:defRPr sz="1875" b="1">
                <a:solidFill>
                  <a:srgbClr val="17213B"/>
                </a:solidFill>
              </a:defRPr>
            </a:lvl3pPr>
            <a:lvl4pPr>
              <a:defRPr sz="1875" b="1">
                <a:solidFill>
                  <a:srgbClr val="17213B"/>
                </a:solidFill>
              </a:defRPr>
            </a:lvl4pPr>
            <a:lvl5pPr>
              <a:defRPr sz="1875" b="1">
                <a:solidFill>
                  <a:srgbClr val="17213B"/>
                </a:solidFill>
              </a:defRPr>
            </a:lvl5pPr>
            <a:lvl6pPr>
              <a:defRPr sz="1875" b="1">
                <a:solidFill>
                  <a:srgbClr val="17213B"/>
                </a:solidFill>
              </a:defRPr>
            </a:lvl6pPr>
            <a:lvl7pPr>
              <a:defRPr sz="1875" b="1">
                <a:solidFill>
                  <a:srgbClr val="17213B"/>
                </a:solidFill>
              </a:defRPr>
            </a:lvl7pPr>
            <a:lvl8pPr>
              <a:defRPr sz="1875" b="1">
                <a:solidFill>
                  <a:srgbClr val="17213B"/>
                </a:solidFill>
              </a:defRPr>
            </a:lvl8pPr>
            <a:lvl9pPr>
              <a:defRPr sz="1875" b="1">
                <a:solidFill>
                  <a:srgbClr val="17213B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13B"/>
                </a:solidFill>
              </a:defRPr>
            </a:pPr>
            <a:r>
              <a:rPr sz="1875" b="1">
                <a:solidFill>
                  <a:srgbClr val="17213B"/>
                </a:solidFill>
              </a:rPr>
              <a:t>One review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4A4E76-590A-405E-B387-567479F0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524375"/>
            <a:ext cx="30289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6738C"/>
                </a:solidFill>
              </a:defRPr>
            </a:defPPr>
            <a:lvl1pPr>
              <a:defRPr sz="1275" b="0">
                <a:solidFill>
                  <a:srgbClr val="66738C"/>
                </a:solidFill>
              </a:defRPr>
            </a:lvl1pPr>
            <a:lvl2pPr>
              <a:defRPr sz="1275" b="0">
                <a:solidFill>
                  <a:srgbClr val="66738C"/>
                </a:solidFill>
              </a:defRPr>
            </a:lvl2pPr>
            <a:lvl3pPr>
              <a:defRPr sz="1275" b="0">
                <a:solidFill>
                  <a:srgbClr val="66738C"/>
                </a:solidFill>
              </a:defRPr>
            </a:lvl3pPr>
            <a:lvl4pPr>
              <a:defRPr sz="1275" b="0">
                <a:solidFill>
                  <a:srgbClr val="66738C"/>
                </a:solidFill>
              </a:defRPr>
            </a:lvl4pPr>
            <a:lvl5pPr>
              <a:defRPr sz="1275" b="0">
                <a:solidFill>
                  <a:srgbClr val="66738C"/>
                </a:solidFill>
              </a:defRPr>
            </a:lvl5pPr>
            <a:lvl6pPr>
              <a:defRPr sz="1275" b="0">
                <a:solidFill>
                  <a:srgbClr val="66738C"/>
                </a:solidFill>
              </a:defRPr>
            </a:lvl6pPr>
            <a:lvl7pPr>
              <a:defRPr sz="1275" b="0">
                <a:solidFill>
                  <a:srgbClr val="66738C"/>
                </a:solidFill>
              </a:defRPr>
            </a:lvl7pPr>
            <a:lvl8pPr>
              <a:defRPr sz="1275" b="0">
                <a:solidFill>
                  <a:srgbClr val="66738C"/>
                </a:solidFill>
              </a:defRPr>
            </a:lvl8pPr>
            <a:lvl9pPr>
              <a:defRPr sz="1275" b="0">
                <a:solidFill>
                  <a:srgbClr val="66738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38C"/>
                </a:solidFill>
              </a:defRPr>
            </a:pPr>
            <a:r>
              <a:rPr sz="1275" b="0">
                <a:solidFill>
                  <a:srgbClr val="66738C"/>
                </a:solidFill>
              </a:rPr>
              <a:t>A test question → feedback themes → priority → explicit launch readiness record.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9813BF-46DF-4B1C-BF3D-AF601657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912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66738C"/>
                </a:solidFill>
              </a:defRPr>
            </a:defPPr>
            <a:lvl1pPr>
              <a:defRPr sz="1050" b="0">
                <a:solidFill>
                  <a:srgbClr val="66738C"/>
                </a:solidFill>
              </a:defRPr>
            </a:lvl1pPr>
            <a:lvl2pPr>
              <a:defRPr sz="1050" b="0">
                <a:solidFill>
                  <a:srgbClr val="66738C"/>
                </a:solidFill>
              </a:defRPr>
            </a:lvl2pPr>
            <a:lvl3pPr>
              <a:defRPr sz="1050" b="0">
                <a:solidFill>
                  <a:srgbClr val="66738C"/>
                </a:solidFill>
              </a:defRPr>
            </a:lvl3pPr>
            <a:lvl4pPr>
              <a:defRPr sz="1050" b="0">
                <a:solidFill>
                  <a:srgbClr val="66738C"/>
                </a:solidFill>
              </a:defRPr>
            </a:lvl4pPr>
            <a:lvl5pPr>
              <a:defRPr sz="1050" b="0">
                <a:solidFill>
                  <a:srgbClr val="66738C"/>
                </a:solidFill>
              </a:defRPr>
            </a:lvl5pPr>
            <a:lvl6pPr>
              <a:defRPr sz="1050" b="0">
                <a:solidFill>
                  <a:srgbClr val="66738C"/>
                </a:solidFill>
              </a:defRPr>
            </a:lvl6pPr>
            <a:lvl7pPr>
              <a:defRPr sz="1050" b="0">
                <a:solidFill>
                  <a:srgbClr val="66738C"/>
                </a:solidFill>
              </a:defRPr>
            </a:lvl7pPr>
            <a:lvl8pPr>
              <a:defRPr sz="1050" b="0">
                <a:solidFill>
                  <a:srgbClr val="66738C"/>
                </a:solidFill>
              </a:defRPr>
            </a:lvl8pPr>
            <a:lvl9pPr>
              <a:defRPr sz="1050" b="0">
                <a:solidFill>
                  <a:srgbClr val="66738C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6738C"/>
                </a:solidFill>
              </a:defRPr>
            </a:pPr>
            <a:r>
              <a:rPr sz="1050" b="0">
                <a:solidFill>
                  <a:srgbClr val="66738C"/>
                </a:solidFill>
              </a:rPr>
              <a:t>Evidence boundary: creator pain is a discovery hypothesis; the prototype uses synthetic data.</a:t>
            </a:r>
          </a:p>
        </p:txBody>
      </p:sp>
    </p:spTree>
    <p:extLst>
      <p:ext uri="{BB962C8B-B14F-4D97-AF65-F5344CB8AC3E}">
        <p14:creationId xmlns:p14="http://schemas.microsoft.com/office/powerpoint/2010/main" val="16665565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D960CD-C02C-4121-AC4E-F820362E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B6132-230E-4D8E-85FC-B5720785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38C"/>
                </a:solidFill>
              </a:defRPr>
            </a:defPPr>
            <a:lvl1pPr>
              <a:defRPr sz="900" b="1">
                <a:solidFill>
                  <a:srgbClr val="66738C"/>
                </a:solidFill>
              </a:defRPr>
            </a:lvl1pPr>
            <a:lvl2pPr>
              <a:defRPr sz="900" b="1">
                <a:solidFill>
                  <a:srgbClr val="66738C"/>
                </a:solidFill>
              </a:defRPr>
            </a:lvl2pPr>
            <a:lvl3pPr>
              <a:defRPr sz="900" b="1">
                <a:solidFill>
                  <a:srgbClr val="66738C"/>
                </a:solidFill>
              </a:defRPr>
            </a:lvl3pPr>
            <a:lvl4pPr>
              <a:defRPr sz="900" b="1">
                <a:solidFill>
                  <a:srgbClr val="66738C"/>
                </a:solidFill>
              </a:defRPr>
            </a:lvl4pPr>
            <a:lvl5pPr>
              <a:defRPr sz="900" b="1">
                <a:solidFill>
                  <a:srgbClr val="66738C"/>
                </a:solidFill>
              </a:defRPr>
            </a:lvl5pPr>
            <a:lvl6pPr>
              <a:defRPr sz="900" b="1">
                <a:solidFill>
                  <a:srgbClr val="66738C"/>
                </a:solidFill>
              </a:defRPr>
            </a:lvl6pPr>
            <a:lvl7pPr>
              <a:defRPr sz="900" b="1">
                <a:solidFill>
                  <a:srgbClr val="66738C"/>
                </a:solidFill>
              </a:defRPr>
            </a:lvl7pPr>
            <a:lvl8pPr>
              <a:defRPr sz="900" b="1">
                <a:solidFill>
                  <a:srgbClr val="66738C"/>
                </a:solidFill>
              </a:defRPr>
            </a:lvl8pPr>
            <a:lvl9pPr>
              <a:defRPr sz="900" b="1">
                <a:solidFill>
                  <a:srgbClr val="66738C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6738C"/>
                </a:solidFill>
              </a:defRPr>
            </a:pPr>
            <a:r>
              <a:rPr sz="900" b="1">
                <a:solidFill>
                  <a:srgbClr val="66738C"/>
                </a:solidFill>
              </a:rPr>
              <a:t>LAUNCHREADY  /  INDEPENDENT CONCEPT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F8FA9-4BD9-4CB5-BB63-A70A306F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38C"/>
                </a:solidFill>
              </a:defRPr>
            </a:defPPr>
            <a:lvl1pPr>
              <a:defRPr sz="900" b="1">
                <a:solidFill>
                  <a:srgbClr val="66738C"/>
                </a:solidFill>
              </a:defRPr>
            </a:lvl1pPr>
            <a:lvl2pPr>
              <a:defRPr sz="900" b="1">
                <a:solidFill>
                  <a:srgbClr val="66738C"/>
                </a:solidFill>
              </a:defRPr>
            </a:lvl2pPr>
            <a:lvl3pPr>
              <a:defRPr sz="900" b="1">
                <a:solidFill>
                  <a:srgbClr val="66738C"/>
                </a:solidFill>
              </a:defRPr>
            </a:lvl3pPr>
            <a:lvl4pPr>
              <a:defRPr sz="900" b="1">
                <a:solidFill>
                  <a:srgbClr val="66738C"/>
                </a:solidFill>
              </a:defRPr>
            </a:lvl4pPr>
            <a:lvl5pPr>
              <a:defRPr sz="900" b="1">
                <a:solidFill>
                  <a:srgbClr val="66738C"/>
                </a:solidFill>
              </a:defRPr>
            </a:lvl5pPr>
            <a:lvl6pPr>
              <a:defRPr sz="900" b="1">
                <a:solidFill>
                  <a:srgbClr val="66738C"/>
                </a:solidFill>
              </a:defRPr>
            </a:lvl6pPr>
            <a:lvl7pPr>
              <a:defRPr sz="900" b="1">
                <a:solidFill>
                  <a:srgbClr val="66738C"/>
                </a:solidFill>
              </a:defRPr>
            </a:lvl7pPr>
            <a:lvl8pPr>
              <a:defRPr sz="900" b="1">
                <a:solidFill>
                  <a:srgbClr val="66738C"/>
                </a:solidFill>
              </a:defRPr>
            </a:lvl8pPr>
            <a:lvl9pPr>
              <a:defRPr sz="900" b="1">
                <a:solidFill>
                  <a:srgbClr val="66738C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6738C"/>
                </a:solidFill>
              </a:defRPr>
            </a:pPr>
            <a:r>
              <a:rPr sz="900" b="1">
                <a:solidFill>
                  <a:srgbClr val="66738C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10AD3-9400-4554-8B8F-8975ECC6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558F6"/>
                </a:solidFill>
              </a:defRPr>
            </a:defPPr>
            <a:lvl1pPr>
              <a:defRPr sz="975" b="1">
                <a:solidFill>
                  <a:srgbClr val="5558F6"/>
                </a:solidFill>
              </a:defRPr>
            </a:lvl1pPr>
            <a:lvl2pPr>
              <a:defRPr sz="975" b="1">
                <a:solidFill>
                  <a:srgbClr val="5558F6"/>
                </a:solidFill>
              </a:defRPr>
            </a:lvl2pPr>
            <a:lvl3pPr>
              <a:defRPr sz="975" b="1">
                <a:solidFill>
                  <a:srgbClr val="5558F6"/>
                </a:solidFill>
              </a:defRPr>
            </a:lvl3pPr>
            <a:lvl4pPr>
              <a:defRPr sz="975" b="1">
                <a:solidFill>
                  <a:srgbClr val="5558F6"/>
                </a:solidFill>
              </a:defRPr>
            </a:lvl4pPr>
            <a:lvl5pPr>
              <a:defRPr sz="975" b="1">
                <a:solidFill>
                  <a:srgbClr val="5558F6"/>
                </a:solidFill>
              </a:defRPr>
            </a:lvl5pPr>
            <a:lvl6pPr>
              <a:defRPr sz="975" b="1">
                <a:solidFill>
                  <a:srgbClr val="5558F6"/>
                </a:solidFill>
              </a:defRPr>
            </a:lvl6pPr>
            <a:lvl7pPr>
              <a:defRPr sz="975" b="1">
                <a:solidFill>
                  <a:srgbClr val="5558F6"/>
                </a:solidFill>
              </a:defRPr>
            </a:lvl7pPr>
            <a:lvl8pPr>
              <a:defRPr sz="975" b="1">
                <a:solidFill>
                  <a:srgbClr val="5558F6"/>
                </a:solidFill>
              </a:defRPr>
            </a:lvl8pPr>
            <a:lvl9pPr>
              <a:defRPr sz="975" b="1">
                <a:solidFill>
                  <a:srgbClr val="5558F6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58F6"/>
                </a:solidFill>
              </a:defRPr>
            </a:pPr>
            <a:r>
              <a:rPr sz="975" b="1">
                <a:solidFill>
                  <a:srgbClr val="5558F6"/>
                </a:solidFill>
              </a:rPr>
              <a:t>MVP 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F9E95-AF9D-495D-B4D6-89DCEA49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239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17213B"/>
                </a:solidFill>
              </a:defRPr>
            </a:defPPr>
            <a:lvl1pPr>
              <a:defRPr sz="2925" b="1">
                <a:solidFill>
                  <a:srgbClr val="17213B"/>
                </a:solidFill>
              </a:defRPr>
            </a:lvl1pPr>
            <a:lvl2pPr>
              <a:defRPr sz="2925" b="1">
                <a:solidFill>
                  <a:srgbClr val="17213B"/>
                </a:solidFill>
              </a:defRPr>
            </a:lvl2pPr>
            <a:lvl3pPr>
              <a:defRPr sz="2925" b="1">
                <a:solidFill>
                  <a:srgbClr val="17213B"/>
                </a:solidFill>
              </a:defRPr>
            </a:lvl3pPr>
            <a:lvl4pPr>
              <a:defRPr sz="2925" b="1">
                <a:solidFill>
                  <a:srgbClr val="17213B"/>
                </a:solidFill>
              </a:defRPr>
            </a:lvl4pPr>
            <a:lvl5pPr>
              <a:defRPr sz="2925" b="1">
                <a:solidFill>
                  <a:srgbClr val="17213B"/>
                </a:solidFill>
              </a:defRPr>
            </a:lvl5pPr>
            <a:lvl6pPr>
              <a:defRPr sz="2925" b="1">
                <a:solidFill>
                  <a:srgbClr val="17213B"/>
                </a:solidFill>
              </a:defRPr>
            </a:lvl6pPr>
            <a:lvl7pPr>
              <a:defRPr sz="2925" b="1">
                <a:solidFill>
                  <a:srgbClr val="17213B"/>
                </a:solidFill>
              </a:defRPr>
            </a:lvl7pPr>
            <a:lvl8pPr>
              <a:defRPr sz="2925" b="1">
                <a:solidFill>
                  <a:srgbClr val="17213B"/>
                </a:solidFill>
              </a:defRPr>
            </a:lvl8pPr>
            <a:lvl9pPr>
              <a:defRPr sz="2925" b="1">
                <a:solidFill>
                  <a:srgbClr val="17213B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7213B"/>
                </a:solidFill>
              </a:defRPr>
            </a:pPr>
            <a:r>
              <a:rPr sz="2925" b="1">
                <a:solidFill>
                  <a:srgbClr val="17213B"/>
                </a:solidFill>
              </a:rPr>
              <a:t>Make the next action visible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A0515-B5B3-4397-956D-BA5AD38D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62175"/>
            <a:ext cx="2667000" cy="2809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5E258-CBA2-4C79-9915-FFE25051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419350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5ABF2-E299-4C94-ACD5-3235495E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860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5558F6"/>
                </a:solidFill>
              </a:defRPr>
            </a:defPPr>
            <a:lvl1pPr>
              <a:defRPr sz="1725" b="1">
                <a:solidFill>
                  <a:srgbClr val="5558F6"/>
                </a:solidFill>
              </a:defRPr>
            </a:lvl1pPr>
            <a:lvl2pPr>
              <a:defRPr sz="1725" b="1">
                <a:solidFill>
                  <a:srgbClr val="5558F6"/>
                </a:solidFill>
              </a:defRPr>
            </a:lvl2pPr>
            <a:lvl3pPr>
              <a:defRPr sz="1725" b="1">
                <a:solidFill>
                  <a:srgbClr val="5558F6"/>
                </a:solidFill>
              </a:defRPr>
            </a:lvl3pPr>
            <a:lvl4pPr>
              <a:defRPr sz="1725" b="1">
                <a:solidFill>
                  <a:srgbClr val="5558F6"/>
                </a:solidFill>
              </a:defRPr>
            </a:lvl4pPr>
            <a:lvl5pPr>
              <a:defRPr sz="1725" b="1">
                <a:solidFill>
                  <a:srgbClr val="5558F6"/>
                </a:solidFill>
              </a:defRPr>
            </a:lvl5pPr>
            <a:lvl6pPr>
              <a:defRPr sz="1725" b="1">
                <a:solidFill>
                  <a:srgbClr val="5558F6"/>
                </a:solidFill>
              </a:defRPr>
            </a:lvl6pPr>
            <a:lvl7pPr>
              <a:defRPr sz="1725" b="1">
                <a:solidFill>
                  <a:srgbClr val="5558F6"/>
                </a:solidFill>
              </a:defRPr>
            </a:lvl7pPr>
            <a:lvl8pPr>
              <a:defRPr sz="1725" b="1">
                <a:solidFill>
                  <a:srgbClr val="5558F6"/>
                </a:solidFill>
              </a:defRPr>
            </a:lvl8pPr>
            <a:lvl9pPr>
              <a:defRPr sz="1725" b="1">
                <a:solidFill>
                  <a:srgbClr val="5558F6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5558F6"/>
                </a:solidFill>
              </a:defRPr>
            </a:pPr>
            <a:r>
              <a:rPr sz="1725" b="1">
                <a:solidFill>
                  <a:srgbClr val="5558F6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EF073-F0E4-4020-8F48-14AC7E42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146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7213B"/>
                </a:solidFill>
              </a:defRPr>
            </a:defPPr>
            <a:lvl1pPr>
              <a:defRPr sz="2100" b="1">
                <a:solidFill>
                  <a:srgbClr val="17213B"/>
                </a:solidFill>
              </a:defRPr>
            </a:lvl1pPr>
            <a:lvl2pPr>
              <a:defRPr sz="2100" b="1">
                <a:solidFill>
                  <a:srgbClr val="17213B"/>
                </a:solidFill>
              </a:defRPr>
            </a:lvl2pPr>
            <a:lvl3pPr>
              <a:defRPr sz="2100" b="1">
                <a:solidFill>
                  <a:srgbClr val="17213B"/>
                </a:solidFill>
              </a:defRPr>
            </a:lvl3pPr>
            <a:lvl4pPr>
              <a:defRPr sz="2100" b="1">
                <a:solidFill>
                  <a:srgbClr val="17213B"/>
                </a:solidFill>
              </a:defRPr>
            </a:lvl4pPr>
            <a:lvl5pPr>
              <a:defRPr sz="2100" b="1">
                <a:solidFill>
                  <a:srgbClr val="17213B"/>
                </a:solidFill>
              </a:defRPr>
            </a:lvl5pPr>
            <a:lvl6pPr>
              <a:defRPr sz="2100" b="1">
                <a:solidFill>
                  <a:srgbClr val="17213B"/>
                </a:solidFill>
              </a:defRPr>
            </a:lvl6pPr>
            <a:lvl7pPr>
              <a:defRPr sz="2100" b="1">
                <a:solidFill>
                  <a:srgbClr val="17213B"/>
                </a:solidFill>
              </a:defRPr>
            </a:lvl7pPr>
            <a:lvl8pPr>
              <a:defRPr sz="2100" b="1">
                <a:solidFill>
                  <a:srgbClr val="17213B"/>
                </a:solidFill>
              </a:defRPr>
            </a:lvl8pPr>
            <a:lvl9pPr>
              <a:defRPr sz="2100" b="1">
                <a:solidFill>
                  <a:srgbClr val="17213B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13B"/>
                </a:solidFill>
              </a:defRPr>
            </a:pPr>
            <a:r>
              <a:rPr sz="2100" b="1">
                <a:solidFill>
                  <a:srgbClr val="17213B"/>
                </a:solidFill>
              </a:rPr>
              <a:t>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53DBD-12B7-4319-98E7-5FCB7BC1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86175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738C"/>
                </a:solidFill>
              </a:defRPr>
            </a:defPPr>
            <a:lvl1pPr>
              <a:defRPr sz="1350" b="0">
                <a:solidFill>
                  <a:srgbClr val="66738C"/>
                </a:solidFill>
              </a:defRPr>
            </a:lvl1pPr>
            <a:lvl2pPr>
              <a:defRPr sz="1350" b="0">
                <a:solidFill>
                  <a:srgbClr val="66738C"/>
                </a:solidFill>
              </a:defRPr>
            </a:lvl2pPr>
            <a:lvl3pPr>
              <a:defRPr sz="1350" b="0">
                <a:solidFill>
                  <a:srgbClr val="66738C"/>
                </a:solidFill>
              </a:defRPr>
            </a:lvl3pPr>
            <a:lvl4pPr>
              <a:defRPr sz="1350" b="0">
                <a:solidFill>
                  <a:srgbClr val="66738C"/>
                </a:solidFill>
              </a:defRPr>
            </a:lvl4pPr>
            <a:lvl5pPr>
              <a:defRPr sz="1350" b="0">
                <a:solidFill>
                  <a:srgbClr val="66738C"/>
                </a:solidFill>
              </a:defRPr>
            </a:lvl5pPr>
            <a:lvl6pPr>
              <a:defRPr sz="1350" b="0">
                <a:solidFill>
                  <a:srgbClr val="66738C"/>
                </a:solidFill>
              </a:defRPr>
            </a:lvl6pPr>
            <a:lvl7pPr>
              <a:defRPr sz="1350" b="0">
                <a:solidFill>
                  <a:srgbClr val="66738C"/>
                </a:solidFill>
              </a:defRPr>
            </a:lvl7pPr>
            <a:lvl8pPr>
              <a:defRPr sz="1350" b="0">
                <a:solidFill>
                  <a:srgbClr val="66738C"/>
                </a:solidFill>
              </a:defRPr>
            </a:lvl8pPr>
            <a:lvl9pPr>
              <a:defRPr sz="1350" b="0">
                <a:solidFill>
                  <a:srgbClr val="66738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38C"/>
                </a:solidFill>
              </a:defRPr>
            </a:pPr>
            <a:r>
              <a:rPr sz="1350" b="0">
                <a:solidFill>
                  <a:srgbClr val="66738C"/>
                </a:solidFill>
              </a:rPr>
              <a:t>Set one concrete question for the first test.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E80C5-F839-4076-B64C-E1ED5CFF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62175"/>
            <a:ext cx="2667000" cy="2809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21570-5E50-4CD2-8833-F064F7B7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419350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47997B-B4C9-4EE4-9E0C-4B5DFB1F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860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5558F6"/>
                </a:solidFill>
              </a:defRPr>
            </a:defPPr>
            <a:lvl1pPr>
              <a:defRPr sz="1725" b="1">
                <a:solidFill>
                  <a:srgbClr val="5558F6"/>
                </a:solidFill>
              </a:defRPr>
            </a:lvl1pPr>
            <a:lvl2pPr>
              <a:defRPr sz="1725" b="1">
                <a:solidFill>
                  <a:srgbClr val="5558F6"/>
                </a:solidFill>
              </a:defRPr>
            </a:lvl2pPr>
            <a:lvl3pPr>
              <a:defRPr sz="1725" b="1">
                <a:solidFill>
                  <a:srgbClr val="5558F6"/>
                </a:solidFill>
              </a:defRPr>
            </a:lvl3pPr>
            <a:lvl4pPr>
              <a:defRPr sz="1725" b="1">
                <a:solidFill>
                  <a:srgbClr val="5558F6"/>
                </a:solidFill>
              </a:defRPr>
            </a:lvl4pPr>
            <a:lvl5pPr>
              <a:defRPr sz="1725" b="1">
                <a:solidFill>
                  <a:srgbClr val="5558F6"/>
                </a:solidFill>
              </a:defRPr>
            </a:lvl5pPr>
            <a:lvl6pPr>
              <a:defRPr sz="1725" b="1">
                <a:solidFill>
                  <a:srgbClr val="5558F6"/>
                </a:solidFill>
              </a:defRPr>
            </a:lvl6pPr>
            <a:lvl7pPr>
              <a:defRPr sz="1725" b="1">
                <a:solidFill>
                  <a:srgbClr val="5558F6"/>
                </a:solidFill>
              </a:defRPr>
            </a:lvl7pPr>
            <a:lvl8pPr>
              <a:defRPr sz="1725" b="1">
                <a:solidFill>
                  <a:srgbClr val="5558F6"/>
                </a:solidFill>
              </a:defRPr>
            </a:lvl8pPr>
            <a:lvl9pPr>
              <a:defRPr sz="1725" b="1">
                <a:solidFill>
                  <a:srgbClr val="5558F6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5558F6"/>
                </a:solidFill>
              </a:defRPr>
            </a:pPr>
            <a:r>
              <a:rPr sz="1725" b="1">
                <a:solidFill>
                  <a:srgbClr val="5558F6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DF8056-950F-41F8-9BE5-C16571B3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1146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7213B"/>
                </a:solidFill>
              </a:defRPr>
            </a:defPPr>
            <a:lvl1pPr>
              <a:defRPr sz="2100" b="1">
                <a:solidFill>
                  <a:srgbClr val="17213B"/>
                </a:solidFill>
              </a:defRPr>
            </a:lvl1pPr>
            <a:lvl2pPr>
              <a:defRPr sz="2100" b="1">
                <a:solidFill>
                  <a:srgbClr val="17213B"/>
                </a:solidFill>
              </a:defRPr>
            </a:lvl2pPr>
            <a:lvl3pPr>
              <a:defRPr sz="2100" b="1">
                <a:solidFill>
                  <a:srgbClr val="17213B"/>
                </a:solidFill>
              </a:defRPr>
            </a:lvl3pPr>
            <a:lvl4pPr>
              <a:defRPr sz="2100" b="1">
                <a:solidFill>
                  <a:srgbClr val="17213B"/>
                </a:solidFill>
              </a:defRPr>
            </a:lvl4pPr>
            <a:lvl5pPr>
              <a:defRPr sz="2100" b="1">
                <a:solidFill>
                  <a:srgbClr val="17213B"/>
                </a:solidFill>
              </a:defRPr>
            </a:lvl5pPr>
            <a:lvl6pPr>
              <a:defRPr sz="2100" b="1">
                <a:solidFill>
                  <a:srgbClr val="17213B"/>
                </a:solidFill>
              </a:defRPr>
            </a:lvl6pPr>
            <a:lvl7pPr>
              <a:defRPr sz="2100" b="1">
                <a:solidFill>
                  <a:srgbClr val="17213B"/>
                </a:solidFill>
              </a:defRPr>
            </a:lvl7pPr>
            <a:lvl8pPr>
              <a:defRPr sz="2100" b="1">
                <a:solidFill>
                  <a:srgbClr val="17213B"/>
                </a:solidFill>
              </a:defRPr>
            </a:lvl8pPr>
            <a:lvl9pPr>
              <a:defRPr sz="2100" b="1">
                <a:solidFill>
                  <a:srgbClr val="17213B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13B"/>
                </a:solidFill>
              </a:defRPr>
            </a:pPr>
            <a:r>
              <a:rPr sz="2100" b="1">
                <a:solidFill>
                  <a:srgbClr val="17213B"/>
                </a:solidFill>
              </a:rPr>
              <a:t>Capture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54357-8569-4416-919C-B94EB220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686175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738C"/>
                </a:solidFill>
              </a:defRPr>
            </a:defPPr>
            <a:lvl1pPr>
              <a:defRPr sz="1350" b="0">
                <a:solidFill>
                  <a:srgbClr val="66738C"/>
                </a:solidFill>
              </a:defRPr>
            </a:lvl1pPr>
            <a:lvl2pPr>
              <a:defRPr sz="1350" b="0">
                <a:solidFill>
                  <a:srgbClr val="66738C"/>
                </a:solidFill>
              </a:defRPr>
            </a:lvl2pPr>
            <a:lvl3pPr>
              <a:defRPr sz="1350" b="0">
                <a:solidFill>
                  <a:srgbClr val="66738C"/>
                </a:solidFill>
              </a:defRPr>
            </a:lvl3pPr>
            <a:lvl4pPr>
              <a:defRPr sz="1350" b="0">
                <a:solidFill>
                  <a:srgbClr val="66738C"/>
                </a:solidFill>
              </a:defRPr>
            </a:lvl4pPr>
            <a:lvl5pPr>
              <a:defRPr sz="1350" b="0">
                <a:solidFill>
                  <a:srgbClr val="66738C"/>
                </a:solidFill>
              </a:defRPr>
            </a:lvl5pPr>
            <a:lvl6pPr>
              <a:defRPr sz="1350" b="0">
                <a:solidFill>
                  <a:srgbClr val="66738C"/>
                </a:solidFill>
              </a:defRPr>
            </a:lvl6pPr>
            <a:lvl7pPr>
              <a:defRPr sz="1350" b="0">
                <a:solidFill>
                  <a:srgbClr val="66738C"/>
                </a:solidFill>
              </a:defRPr>
            </a:lvl7pPr>
            <a:lvl8pPr>
              <a:defRPr sz="1350" b="0">
                <a:solidFill>
                  <a:srgbClr val="66738C"/>
                </a:solidFill>
              </a:defRPr>
            </a:lvl8pPr>
            <a:lvl9pPr>
              <a:defRPr sz="1350" b="0">
                <a:solidFill>
                  <a:srgbClr val="66738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38C"/>
                </a:solidFill>
              </a:defRPr>
            </a:pPr>
            <a:r>
              <a:rPr sz="1350" b="0">
                <a:solidFill>
                  <a:srgbClr val="66738C"/>
                </a:solidFill>
              </a:rPr>
              <a:t>Attach each note to a player journey moment.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4067E-A2FE-4266-81FD-43933394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2667000" cy="2809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58362-DAE8-458B-BD5D-8BD48645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19350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4A916-DB6C-4664-A5DB-C2834BE5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4860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5558F6"/>
                </a:solidFill>
              </a:defRPr>
            </a:defPPr>
            <a:lvl1pPr>
              <a:defRPr sz="1725" b="1">
                <a:solidFill>
                  <a:srgbClr val="5558F6"/>
                </a:solidFill>
              </a:defRPr>
            </a:lvl1pPr>
            <a:lvl2pPr>
              <a:defRPr sz="1725" b="1">
                <a:solidFill>
                  <a:srgbClr val="5558F6"/>
                </a:solidFill>
              </a:defRPr>
            </a:lvl2pPr>
            <a:lvl3pPr>
              <a:defRPr sz="1725" b="1">
                <a:solidFill>
                  <a:srgbClr val="5558F6"/>
                </a:solidFill>
              </a:defRPr>
            </a:lvl3pPr>
            <a:lvl4pPr>
              <a:defRPr sz="1725" b="1">
                <a:solidFill>
                  <a:srgbClr val="5558F6"/>
                </a:solidFill>
              </a:defRPr>
            </a:lvl4pPr>
            <a:lvl5pPr>
              <a:defRPr sz="1725" b="1">
                <a:solidFill>
                  <a:srgbClr val="5558F6"/>
                </a:solidFill>
              </a:defRPr>
            </a:lvl5pPr>
            <a:lvl6pPr>
              <a:defRPr sz="1725" b="1">
                <a:solidFill>
                  <a:srgbClr val="5558F6"/>
                </a:solidFill>
              </a:defRPr>
            </a:lvl6pPr>
            <a:lvl7pPr>
              <a:defRPr sz="1725" b="1">
                <a:solidFill>
                  <a:srgbClr val="5558F6"/>
                </a:solidFill>
              </a:defRPr>
            </a:lvl7pPr>
            <a:lvl8pPr>
              <a:defRPr sz="1725" b="1">
                <a:solidFill>
                  <a:srgbClr val="5558F6"/>
                </a:solidFill>
              </a:defRPr>
            </a:lvl8pPr>
            <a:lvl9pPr>
              <a:defRPr sz="1725" b="1">
                <a:solidFill>
                  <a:srgbClr val="5558F6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5558F6"/>
                </a:solidFill>
              </a:defRPr>
            </a:pPr>
            <a:r>
              <a:rPr sz="1725" b="1">
                <a:solidFill>
                  <a:srgbClr val="5558F6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FAEF69-7842-498B-A560-E992D7F3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1146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7213B"/>
                </a:solidFill>
              </a:defRPr>
            </a:defPPr>
            <a:lvl1pPr>
              <a:defRPr sz="2100" b="1">
                <a:solidFill>
                  <a:srgbClr val="17213B"/>
                </a:solidFill>
              </a:defRPr>
            </a:lvl1pPr>
            <a:lvl2pPr>
              <a:defRPr sz="2100" b="1">
                <a:solidFill>
                  <a:srgbClr val="17213B"/>
                </a:solidFill>
              </a:defRPr>
            </a:lvl2pPr>
            <a:lvl3pPr>
              <a:defRPr sz="2100" b="1">
                <a:solidFill>
                  <a:srgbClr val="17213B"/>
                </a:solidFill>
              </a:defRPr>
            </a:lvl3pPr>
            <a:lvl4pPr>
              <a:defRPr sz="2100" b="1">
                <a:solidFill>
                  <a:srgbClr val="17213B"/>
                </a:solidFill>
              </a:defRPr>
            </a:lvl4pPr>
            <a:lvl5pPr>
              <a:defRPr sz="2100" b="1">
                <a:solidFill>
                  <a:srgbClr val="17213B"/>
                </a:solidFill>
              </a:defRPr>
            </a:lvl5pPr>
            <a:lvl6pPr>
              <a:defRPr sz="2100" b="1">
                <a:solidFill>
                  <a:srgbClr val="17213B"/>
                </a:solidFill>
              </a:defRPr>
            </a:lvl6pPr>
            <a:lvl7pPr>
              <a:defRPr sz="2100" b="1">
                <a:solidFill>
                  <a:srgbClr val="17213B"/>
                </a:solidFill>
              </a:defRPr>
            </a:lvl7pPr>
            <a:lvl8pPr>
              <a:defRPr sz="2100" b="1">
                <a:solidFill>
                  <a:srgbClr val="17213B"/>
                </a:solidFill>
              </a:defRPr>
            </a:lvl8pPr>
            <a:lvl9pPr>
              <a:defRPr sz="2100" b="1">
                <a:solidFill>
                  <a:srgbClr val="17213B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13B"/>
                </a:solidFill>
              </a:defRPr>
            </a:pPr>
            <a:r>
              <a:rPr sz="2100" b="1">
                <a:solidFill>
                  <a:srgbClr val="17213B"/>
                </a:solidFill>
              </a:rPr>
              <a:t>Decide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41B0D-DD7E-4F6C-B001-EF37AA31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686175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738C"/>
                </a:solidFill>
              </a:defRPr>
            </a:defPPr>
            <a:lvl1pPr>
              <a:defRPr sz="1350" b="0">
                <a:solidFill>
                  <a:srgbClr val="66738C"/>
                </a:solidFill>
              </a:defRPr>
            </a:lvl1pPr>
            <a:lvl2pPr>
              <a:defRPr sz="1350" b="0">
                <a:solidFill>
                  <a:srgbClr val="66738C"/>
                </a:solidFill>
              </a:defRPr>
            </a:lvl2pPr>
            <a:lvl3pPr>
              <a:defRPr sz="1350" b="0">
                <a:solidFill>
                  <a:srgbClr val="66738C"/>
                </a:solidFill>
              </a:defRPr>
            </a:lvl3pPr>
            <a:lvl4pPr>
              <a:defRPr sz="1350" b="0">
                <a:solidFill>
                  <a:srgbClr val="66738C"/>
                </a:solidFill>
              </a:defRPr>
            </a:lvl4pPr>
            <a:lvl5pPr>
              <a:defRPr sz="1350" b="0">
                <a:solidFill>
                  <a:srgbClr val="66738C"/>
                </a:solidFill>
              </a:defRPr>
            </a:lvl5pPr>
            <a:lvl6pPr>
              <a:defRPr sz="1350" b="0">
                <a:solidFill>
                  <a:srgbClr val="66738C"/>
                </a:solidFill>
              </a:defRPr>
            </a:lvl6pPr>
            <a:lvl7pPr>
              <a:defRPr sz="1350" b="0">
                <a:solidFill>
                  <a:srgbClr val="66738C"/>
                </a:solidFill>
              </a:defRPr>
            </a:lvl7pPr>
            <a:lvl8pPr>
              <a:defRPr sz="1350" b="0">
                <a:solidFill>
                  <a:srgbClr val="66738C"/>
                </a:solidFill>
              </a:defRPr>
            </a:lvl8pPr>
            <a:lvl9pPr>
              <a:defRPr sz="1350" b="0">
                <a:solidFill>
                  <a:srgbClr val="66738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38C"/>
                </a:solidFill>
              </a:defRPr>
            </a:pPr>
            <a:r>
              <a:rPr sz="1350" b="0">
                <a:solidFill>
                  <a:srgbClr val="66738C"/>
                </a:solidFill>
              </a:rPr>
              <a:t>Triage severity and compare candidate fixes.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2AA2F1-1523-4164-946A-8039C106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62175"/>
            <a:ext cx="2667000" cy="2809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43AFA9-F63D-40DE-8FFD-95DA2DAF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19350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F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CA7C4B-BDFD-40B0-92E8-A666C02F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4860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5558F6"/>
                </a:solidFill>
              </a:defRPr>
            </a:defPPr>
            <a:lvl1pPr>
              <a:defRPr sz="1725" b="1">
                <a:solidFill>
                  <a:srgbClr val="5558F6"/>
                </a:solidFill>
              </a:defRPr>
            </a:lvl1pPr>
            <a:lvl2pPr>
              <a:defRPr sz="1725" b="1">
                <a:solidFill>
                  <a:srgbClr val="5558F6"/>
                </a:solidFill>
              </a:defRPr>
            </a:lvl2pPr>
            <a:lvl3pPr>
              <a:defRPr sz="1725" b="1">
                <a:solidFill>
                  <a:srgbClr val="5558F6"/>
                </a:solidFill>
              </a:defRPr>
            </a:lvl3pPr>
            <a:lvl4pPr>
              <a:defRPr sz="1725" b="1">
                <a:solidFill>
                  <a:srgbClr val="5558F6"/>
                </a:solidFill>
              </a:defRPr>
            </a:lvl4pPr>
            <a:lvl5pPr>
              <a:defRPr sz="1725" b="1">
                <a:solidFill>
                  <a:srgbClr val="5558F6"/>
                </a:solidFill>
              </a:defRPr>
            </a:lvl5pPr>
            <a:lvl6pPr>
              <a:defRPr sz="1725" b="1">
                <a:solidFill>
                  <a:srgbClr val="5558F6"/>
                </a:solidFill>
              </a:defRPr>
            </a:lvl6pPr>
            <a:lvl7pPr>
              <a:defRPr sz="1725" b="1">
                <a:solidFill>
                  <a:srgbClr val="5558F6"/>
                </a:solidFill>
              </a:defRPr>
            </a:lvl7pPr>
            <a:lvl8pPr>
              <a:defRPr sz="1725" b="1">
                <a:solidFill>
                  <a:srgbClr val="5558F6"/>
                </a:solidFill>
              </a:defRPr>
            </a:lvl8pPr>
            <a:lvl9pPr>
              <a:defRPr sz="1725" b="1">
                <a:solidFill>
                  <a:srgbClr val="5558F6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5558F6"/>
                </a:solidFill>
              </a:defRPr>
            </a:pPr>
            <a:r>
              <a:rPr sz="1725" b="1">
                <a:solidFill>
                  <a:srgbClr val="5558F6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BF3868-3029-4D49-9AAF-8FEF381F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146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7213B"/>
                </a:solidFill>
              </a:defRPr>
            </a:defPPr>
            <a:lvl1pPr>
              <a:defRPr sz="2100" b="1">
                <a:solidFill>
                  <a:srgbClr val="17213B"/>
                </a:solidFill>
              </a:defRPr>
            </a:lvl1pPr>
            <a:lvl2pPr>
              <a:defRPr sz="2100" b="1">
                <a:solidFill>
                  <a:srgbClr val="17213B"/>
                </a:solidFill>
              </a:defRPr>
            </a:lvl2pPr>
            <a:lvl3pPr>
              <a:defRPr sz="2100" b="1">
                <a:solidFill>
                  <a:srgbClr val="17213B"/>
                </a:solidFill>
              </a:defRPr>
            </a:lvl3pPr>
            <a:lvl4pPr>
              <a:defRPr sz="2100" b="1">
                <a:solidFill>
                  <a:srgbClr val="17213B"/>
                </a:solidFill>
              </a:defRPr>
            </a:lvl4pPr>
            <a:lvl5pPr>
              <a:defRPr sz="2100" b="1">
                <a:solidFill>
                  <a:srgbClr val="17213B"/>
                </a:solidFill>
              </a:defRPr>
            </a:lvl5pPr>
            <a:lvl6pPr>
              <a:defRPr sz="2100" b="1">
                <a:solidFill>
                  <a:srgbClr val="17213B"/>
                </a:solidFill>
              </a:defRPr>
            </a:lvl6pPr>
            <a:lvl7pPr>
              <a:defRPr sz="2100" b="1">
                <a:solidFill>
                  <a:srgbClr val="17213B"/>
                </a:solidFill>
              </a:defRPr>
            </a:lvl7pPr>
            <a:lvl8pPr>
              <a:defRPr sz="2100" b="1">
                <a:solidFill>
                  <a:srgbClr val="17213B"/>
                </a:solidFill>
              </a:defRPr>
            </a:lvl8pPr>
            <a:lvl9pPr>
              <a:defRPr sz="2100" b="1">
                <a:solidFill>
                  <a:srgbClr val="17213B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13B"/>
                </a:solidFill>
              </a:defRPr>
            </a:pPr>
            <a:r>
              <a:rPr sz="2100" b="1">
                <a:solidFill>
                  <a:srgbClr val="17213B"/>
                </a:solidFill>
              </a:rPr>
              <a:t>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DD58E2-7DFF-4B81-B1F4-E10D0BAB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686175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738C"/>
                </a:solidFill>
              </a:defRPr>
            </a:defPPr>
            <a:lvl1pPr>
              <a:defRPr sz="1350" b="0">
                <a:solidFill>
                  <a:srgbClr val="66738C"/>
                </a:solidFill>
              </a:defRPr>
            </a:lvl1pPr>
            <a:lvl2pPr>
              <a:defRPr sz="1350" b="0">
                <a:solidFill>
                  <a:srgbClr val="66738C"/>
                </a:solidFill>
              </a:defRPr>
            </a:lvl2pPr>
            <a:lvl3pPr>
              <a:defRPr sz="1350" b="0">
                <a:solidFill>
                  <a:srgbClr val="66738C"/>
                </a:solidFill>
              </a:defRPr>
            </a:lvl3pPr>
            <a:lvl4pPr>
              <a:defRPr sz="1350" b="0">
                <a:solidFill>
                  <a:srgbClr val="66738C"/>
                </a:solidFill>
              </a:defRPr>
            </a:lvl4pPr>
            <a:lvl5pPr>
              <a:defRPr sz="1350" b="0">
                <a:solidFill>
                  <a:srgbClr val="66738C"/>
                </a:solidFill>
              </a:defRPr>
            </a:lvl5pPr>
            <a:lvl6pPr>
              <a:defRPr sz="1350" b="0">
                <a:solidFill>
                  <a:srgbClr val="66738C"/>
                </a:solidFill>
              </a:defRPr>
            </a:lvl6pPr>
            <a:lvl7pPr>
              <a:defRPr sz="1350" b="0">
                <a:solidFill>
                  <a:srgbClr val="66738C"/>
                </a:solidFill>
              </a:defRPr>
            </a:lvl7pPr>
            <a:lvl8pPr>
              <a:defRPr sz="1350" b="0">
                <a:solidFill>
                  <a:srgbClr val="66738C"/>
                </a:solidFill>
              </a:defRPr>
            </a:lvl8pPr>
            <a:lvl9pPr>
              <a:defRPr sz="1350" b="0">
                <a:solidFill>
                  <a:srgbClr val="66738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38C"/>
                </a:solidFill>
              </a:defRPr>
            </a:pPr>
            <a:r>
              <a:rPr sz="1350" b="0">
                <a:solidFill>
                  <a:srgbClr val="66738C"/>
                </a:solidFill>
              </a:rPr>
              <a:t>Record unresolved issues and readiness checks.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FD0243-140D-4853-BE88-142962EE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11087100" cy="866775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111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63571E-9CB8-4820-A93F-3A0F08A3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95925"/>
            <a:ext cx="2066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Built prototype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55D010-84C6-428C-B013-1929C3F1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476875"/>
            <a:ext cx="8201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DAE4F5"/>
                </a:solidFill>
              </a:defRPr>
            </a:defPPr>
            <a:lvl1pPr>
              <a:defRPr sz="1425" b="0">
                <a:solidFill>
                  <a:srgbClr val="DAE4F5"/>
                </a:solidFill>
              </a:defRPr>
            </a:lvl1pPr>
            <a:lvl2pPr>
              <a:defRPr sz="1425" b="0">
                <a:solidFill>
                  <a:srgbClr val="DAE4F5"/>
                </a:solidFill>
              </a:defRPr>
            </a:lvl2pPr>
            <a:lvl3pPr>
              <a:defRPr sz="1425" b="0">
                <a:solidFill>
                  <a:srgbClr val="DAE4F5"/>
                </a:solidFill>
              </a:defRPr>
            </a:lvl3pPr>
            <a:lvl4pPr>
              <a:defRPr sz="1425" b="0">
                <a:solidFill>
                  <a:srgbClr val="DAE4F5"/>
                </a:solidFill>
              </a:defRPr>
            </a:lvl4pPr>
            <a:lvl5pPr>
              <a:defRPr sz="1425" b="0">
                <a:solidFill>
                  <a:srgbClr val="DAE4F5"/>
                </a:solidFill>
              </a:defRPr>
            </a:lvl5pPr>
            <a:lvl6pPr>
              <a:defRPr sz="1425" b="0">
                <a:solidFill>
                  <a:srgbClr val="DAE4F5"/>
                </a:solidFill>
              </a:defRPr>
            </a:lvl6pPr>
            <a:lvl7pPr>
              <a:defRPr sz="1425" b="0">
                <a:solidFill>
                  <a:srgbClr val="DAE4F5"/>
                </a:solidFill>
              </a:defRPr>
            </a:lvl7pPr>
            <a:lvl8pPr>
              <a:defRPr sz="1425" b="0">
                <a:solidFill>
                  <a:srgbClr val="DAE4F5"/>
                </a:solidFill>
              </a:defRPr>
            </a:lvl8pPr>
            <a:lvl9pPr>
              <a:defRPr sz="1425" b="0">
                <a:solidFill>
                  <a:srgbClr val="DAE4F5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AE4F5"/>
                </a:solidFill>
              </a:defRPr>
            </a:pPr>
            <a:r>
              <a:rPr sz="1425" b="0">
                <a:solidFill>
                  <a:srgbClr val="DAE4F5"/>
                </a:solidFill>
              </a:rPr>
              <a:t>Browser-local demo · responsive · feedback intake · filters · priorities · checklist · CSV export</a:t>
            </a:r>
          </a:p>
        </p:txBody>
      </p:sp>
    </p:spTree>
    <p:extLst>
      <p:ext uri="{BB962C8B-B14F-4D97-AF65-F5344CB8AC3E}">
        <p14:creationId xmlns:p14="http://schemas.microsoft.com/office/powerpoint/2010/main" val="4076617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3BBB06-3FE0-4A9F-9EB9-FF83C588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9F747-4630-4C9F-92B0-2690C515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38C"/>
                </a:solidFill>
              </a:defRPr>
            </a:defPPr>
            <a:lvl1pPr>
              <a:defRPr sz="900" b="1">
                <a:solidFill>
                  <a:srgbClr val="66738C"/>
                </a:solidFill>
              </a:defRPr>
            </a:lvl1pPr>
            <a:lvl2pPr>
              <a:defRPr sz="900" b="1">
                <a:solidFill>
                  <a:srgbClr val="66738C"/>
                </a:solidFill>
              </a:defRPr>
            </a:lvl2pPr>
            <a:lvl3pPr>
              <a:defRPr sz="900" b="1">
                <a:solidFill>
                  <a:srgbClr val="66738C"/>
                </a:solidFill>
              </a:defRPr>
            </a:lvl3pPr>
            <a:lvl4pPr>
              <a:defRPr sz="900" b="1">
                <a:solidFill>
                  <a:srgbClr val="66738C"/>
                </a:solidFill>
              </a:defRPr>
            </a:lvl4pPr>
            <a:lvl5pPr>
              <a:defRPr sz="900" b="1">
                <a:solidFill>
                  <a:srgbClr val="66738C"/>
                </a:solidFill>
              </a:defRPr>
            </a:lvl5pPr>
            <a:lvl6pPr>
              <a:defRPr sz="900" b="1">
                <a:solidFill>
                  <a:srgbClr val="66738C"/>
                </a:solidFill>
              </a:defRPr>
            </a:lvl6pPr>
            <a:lvl7pPr>
              <a:defRPr sz="900" b="1">
                <a:solidFill>
                  <a:srgbClr val="66738C"/>
                </a:solidFill>
              </a:defRPr>
            </a:lvl7pPr>
            <a:lvl8pPr>
              <a:defRPr sz="900" b="1">
                <a:solidFill>
                  <a:srgbClr val="66738C"/>
                </a:solidFill>
              </a:defRPr>
            </a:lvl8pPr>
            <a:lvl9pPr>
              <a:defRPr sz="900" b="1">
                <a:solidFill>
                  <a:srgbClr val="66738C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6738C"/>
                </a:solidFill>
              </a:defRPr>
            </a:pPr>
            <a:r>
              <a:rPr sz="900" b="1">
                <a:solidFill>
                  <a:srgbClr val="66738C"/>
                </a:solidFill>
              </a:rPr>
              <a:t>LAUNCHREADY  /  INDEPENDENT CONCEPT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A6698-A771-4A22-A689-EA9E0148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38C"/>
                </a:solidFill>
              </a:defRPr>
            </a:defPPr>
            <a:lvl1pPr>
              <a:defRPr sz="900" b="1">
                <a:solidFill>
                  <a:srgbClr val="66738C"/>
                </a:solidFill>
              </a:defRPr>
            </a:lvl1pPr>
            <a:lvl2pPr>
              <a:defRPr sz="900" b="1">
                <a:solidFill>
                  <a:srgbClr val="66738C"/>
                </a:solidFill>
              </a:defRPr>
            </a:lvl2pPr>
            <a:lvl3pPr>
              <a:defRPr sz="900" b="1">
                <a:solidFill>
                  <a:srgbClr val="66738C"/>
                </a:solidFill>
              </a:defRPr>
            </a:lvl3pPr>
            <a:lvl4pPr>
              <a:defRPr sz="900" b="1">
                <a:solidFill>
                  <a:srgbClr val="66738C"/>
                </a:solidFill>
              </a:defRPr>
            </a:lvl4pPr>
            <a:lvl5pPr>
              <a:defRPr sz="900" b="1">
                <a:solidFill>
                  <a:srgbClr val="66738C"/>
                </a:solidFill>
              </a:defRPr>
            </a:lvl5pPr>
            <a:lvl6pPr>
              <a:defRPr sz="900" b="1">
                <a:solidFill>
                  <a:srgbClr val="66738C"/>
                </a:solidFill>
              </a:defRPr>
            </a:lvl6pPr>
            <a:lvl7pPr>
              <a:defRPr sz="900" b="1">
                <a:solidFill>
                  <a:srgbClr val="66738C"/>
                </a:solidFill>
              </a:defRPr>
            </a:lvl7pPr>
            <a:lvl8pPr>
              <a:defRPr sz="900" b="1">
                <a:solidFill>
                  <a:srgbClr val="66738C"/>
                </a:solidFill>
              </a:defRPr>
            </a:lvl8pPr>
            <a:lvl9pPr>
              <a:defRPr sz="900" b="1">
                <a:solidFill>
                  <a:srgbClr val="66738C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6738C"/>
                </a:solidFill>
              </a:defRPr>
            </a:pPr>
            <a:r>
              <a:rPr sz="900" b="1">
                <a:solidFill>
                  <a:srgbClr val="66738C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06D57-4774-44A9-AEA4-608774DB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558F6"/>
                </a:solidFill>
              </a:defRPr>
            </a:defPPr>
            <a:lvl1pPr>
              <a:defRPr sz="975" b="1">
                <a:solidFill>
                  <a:srgbClr val="5558F6"/>
                </a:solidFill>
              </a:defRPr>
            </a:lvl1pPr>
            <a:lvl2pPr>
              <a:defRPr sz="975" b="1">
                <a:solidFill>
                  <a:srgbClr val="5558F6"/>
                </a:solidFill>
              </a:defRPr>
            </a:lvl2pPr>
            <a:lvl3pPr>
              <a:defRPr sz="975" b="1">
                <a:solidFill>
                  <a:srgbClr val="5558F6"/>
                </a:solidFill>
              </a:defRPr>
            </a:lvl3pPr>
            <a:lvl4pPr>
              <a:defRPr sz="975" b="1">
                <a:solidFill>
                  <a:srgbClr val="5558F6"/>
                </a:solidFill>
              </a:defRPr>
            </a:lvl4pPr>
            <a:lvl5pPr>
              <a:defRPr sz="975" b="1">
                <a:solidFill>
                  <a:srgbClr val="5558F6"/>
                </a:solidFill>
              </a:defRPr>
            </a:lvl5pPr>
            <a:lvl6pPr>
              <a:defRPr sz="975" b="1">
                <a:solidFill>
                  <a:srgbClr val="5558F6"/>
                </a:solidFill>
              </a:defRPr>
            </a:lvl6pPr>
            <a:lvl7pPr>
              <a:defRPr sz="975" b="1">
                <a:solidFill>
                  <a:srgbClr val="5558F6"/>
                </a:solidFill>
              </a:defRPr>
            </a:lvl7pPr>
            <a:lvl8pPr>
              <a:defRPr sz="975" b="1">
                <a:solidFill>
                  <a:srgbClr val="5558F6"/>
                </a:solidFill>
              </a:defRPr>
            </a:lvl8pPr>
            <a:lvl9pPr>
              <a:defRPr sz="975" b="1">
                <a:solidFill>
                  <a:srgbClr val="5558F6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58F6"/>
                </a:solidFill>
              </a:defRPr>
            </a:pPr>
            <a:r>
              <a:rPr sz="975" b="1">
                <a:solidFill>
                  <a:srgbClr val="5558F6"/>
                </a:solidFill>
              </a:rPr>
              <a:t>MEASURE, LEARN, LAUNCH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6F7E1-81B0-40B4-A0EC-D9C03531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17213B"/>
                </a:solidFill>
              </a:defRPr>
            </a:defPPr>
            <a:lvl1pPr>
              <a:defRPr sz="2925" b="1">
                <a:solidFill>
                  <a:srgbClr val="17213B"/>
                </a:solidFill>
              </a:defRPr>
            </a:lvl1pPr>
            <a:lvl2pPr>
              <a:defRPr sz="2925" b="1">
                <a:solidFill>
                  <a:srgbClr val="17213B"/>
                </a:solidFill>
              </a:defRPr>
            </a:lvl2pPr>
            <a:lvl3pPr>
              <a:defRPr sz="2925" b="1">
                <a:solidFill>
                  <a:srgbClr val="17213B"/>
                </a:solidFill>
              </a:defRPr>
            </a:lvl3pPr>
            <a:lvl4pPr>
              <a:defRPr sz="2925" b="1">
                <a:solidFill>
                  <a:srgbClr val="17213B"/>
                </a:solidFill>
              </a:defRPr>
            </a:lvl4pPr>
            <a:lvl5pPr>
              <a:defRPr sz="2925" b="1">
                <a:solidFill>
                  <a:srgbClr val="17213B"/>
                </a:solidFill>
              </a:defRPr>
            </a:lvl5pPr>
            <a:lvl6pPr>
              <a:defRPr sz="2925" b="1">
                <a:solidFill>
                  <a:srgbClr val="17213B"/>
                </a:solidFill>
              </a:defRPr>
            </a:lvl6pPr>
            <a:lvl7pPr>
              <a:defRPr sz="2925" b="1">
                <a:solidFill>
                  <a:srgbClr val="17213B"/>
                </a:solidFill>
              </a:defRPr>
            </a:lvl7pPr>
            <a:lvl8pPr>
              <a:defRPr sz="2925" b="1">
                <a:solidFill>
                  <a:srgbClr val="17213B"/>
                </a:solidFill>
              </a:defRPr>
            </a:lvl8pPr>
            <a:lvl9pPr>
              <a:defRPr sz="2925" b="1">
                <a:solidFill>
                  <a:srgbClr val="17213B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7213B"/>
                </a:solidFill>
              </a:defRPr>
            </a:pPr>
            <a:r>
              <a:rPr sz="2925" b="1">
                <a:solidFill>
                  <a:srgbClr val="17213B"/>
                </a:solidFill>
              </a:rPr>
              <a:t>A decision framework with guardrails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F2EE2-6182-453E-9FAE-F46D24E3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5025"/>
            <a:ext cx="110490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A3BC6-5CF7-45EC-8490-BD89B578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33625"/>
            <a:ext cx="6667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5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EE43A-5239-4080-9A98-DE5C36A3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2047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5558F6"/>
                </a:solidFill>
              </a:defRPr>
            </a:defPPr>
            <a:lvl1pPr>
              <a:defRPr sz="1125" b="1">
                <a:solidFill>
                  <a:srgbClr val="5558F6"/>
                </a:solidFill>
              </a:defRPr>
            </a:lvl1pPr>
            <a:lvl2pPr>
              <a:defRPr sz="1125" b="1">
                <a:solidFill>
                  <a:srgbClr val="5558F6"/>
                </a:solidFill>
              </a:defRPr>
            </a:lvl2pPr>
            <a:lvl3pPr>
              <a:defRPr sz="1125" b="1">
                <a:solidFill>
                  <a:srgbClr val="5558F6"/>
                </a:solidFill>
              </a:defRPr>
            </a:lvl3pPr>
            <a:lvl4pPr>
              <a:defRPr sz="1125" b="1">
                <a:solidFill>
                  <a:srgbClr val="5558F6"/>
                </a:solidFill>
              </a:defRPr>
            </a:lvl4pPr>
            <a:lvl5pPr>
              <a:defRPr sz="1125" b="1">
                <a:solidFill>
                  <a:srgbClr val="5558F6"/>
                </a:solidFill>
              </a:defRPr>
            </a:lvl5pPr>
            <a:lvl6pPr>
              <a:defRPr sz="1125" b="1">
                <a:solidFill>
                  <a:srgbClr val="5558F6"/>
                </a:solidFill>
              </a:defRPr>
            </a:lvl6pPr>
            <a:lvl7pPr>
              <a:defRPr sz="1125" b="1">
                <a:solidFill>
                  <a:srgbClr val="5558F6"/>
                </a:solidFill>
              </a:defRPr>
            </a:lvl7pPr>
            <a:lvl8pPr>
              <a:defRPr sz="1125" b="1">
                <a:solidFill>
                  <a:srgbClr val="5558F6"/>
                </a:solidFill>
              </a:defRPr>
            </a:lvl8pPr>
            <a:lvl9pPr>
              <a:defRPr sz="1125" b="1">
                <a:solidFill>
                  <a:srgbClr val="5558F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58F6"/>
                </a:solidFill>
              </a:defRPr>
            </a:pPr>
            <a:r>
              <a:rPr sz="1125" b="1">
                <a:solidFill>
                  <a:srgbClr val="5558F6"/>
                </a:solidFill>
              </a:rPr>
              <a:t>NORTH STAR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EBA4D-2486-4C3B-A430-1B51E12D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66950"/>
            <a:ext cx="81534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13B"/>
                </a:solidFill>
              </a:defRPr>
            </a:defPPr>
            <a:lvl1pPr>
              <a:defRPr sz="1425" b="0">
                <a:solidFill>
                  <a:srgbClr val="17213B"/>
                </a:solidFill>
              </a:defRPr>
            </a:lvl1pPr>
            <a:lvl2pPr>
              <a:defRPr sz="1425" b="0">
                <a:solidFill>
                  <a:srgbClr val="17213B"/>
                </a:solidFill>
              </a:defRPr>
            </a:lvl2pPr>
            <a:lvl3pPr>
              <a:defRPr sz="1425" b="0">
                <a:solidFill>
                  <a:srgbClr val="17213B"/>
                </a:solidFill>
              </a:defRPr>
            </a:lvl3pPr>
            <a:lvl4pPr>
              <a:defRPr sz="1425" b="0">
                <a:solidFill>
                  <a:srgbClr val="17213B"/>
                </a:solidFill>
              </a:defRPr>
            </a:lvl4pPr>
            <a:lvl5pPr>
              <a:defRPr sz="1425" b="0">
                <a:solidFill>
                  <a:srgbClr val="17213B"/>
                </a:solidFill>
              </a:defRPr>
            </a:lvl5pPr>
            <a:lvl6pPr>
              <a:defRPr sz="1425" b="0">
                <a:solidFill>
                  <a:srgbClr val="17213B"/>
                </a:solidFill>
              </a:defRPr>
            </a:lvl6pPr>
            <a:lvl7pPr>
              <a:defRPr sz="1425" b="0">
                <a:solidFill>
                  <a:srgbClr val="17213B"/>
                </a:solidFill>
              </a:defRPr>
            </a:lvl7pPr>
            <a:lvl8pPr>
              <a:defRPr sz="1425" b="0">
                <a:solidFill>
                  <a:srgbClr val="17213B"/>
                </a:solidFill>
              </a:defRPr>
            </a:lvl8pPr>
            <a:lvl9pPr>
              <a:defRPr sz="1425" b="0">
                <a:solidFill>
                  <a:srgbClr val="17213B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13B"/>
                </a:solidFill>
              </a:defRPr>
            </a:pPr>
            <a:r>
              <a:rPr sz="1425" b="0">
                <a:solidFill>
                  <a:srgbClr val="17213B"/>
                </a:solidFill>
              </a:rPr>
              <a:t>Creators who finish a playtest review and document a justified next decision within 7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4AF98-779D-46FB-8A69-545E62DF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10490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FB2EA-D4DC-41E2-A1CB-FFFB1B76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86150"/>
            <a:ext cx="6667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F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29F815-1730-481D-8942-D90E671C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95675"/>
            <a:ext cx="2047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5558F6"/>
                </a:solidFill>
              </a:defRPr>
            </a:defPPr>
            <a:lvl1pPr>
              <a:defRPr sz="1125" b="1">
                <a:solidFill>
                  <a:srgbClr val="5558F6"/>
                </a:solidFill>
              </a:defRPr>
            </a:lvl1pPr>
            <a:lvl2pPr>
              <a:defRPr sz="1125" b="1">
                <a:solidFill>
                  <a:srgbClr val="5558F6"/>
                </a:solidFill>
              </a:defRPr>
            </a:lvl2pPr>
            <a:lvl3pPr>
              <a:defRPr sz="1125" b="1">
                <a:solidFill>
                  <a:srgbClr val="5558F6"/>
                </a:solidFill>
              </a:defRPr>
            </a:lvl3pPr>
            <a:lvl4pPr>
              <a:defRPr sz="1125" b="1">
                <a:solidFill>
                  <a:srgbClr val="5558F6"/>
                </a:solidFill>
              </a:defRPr>
            </a:lvl4pPr>
            <a:lvl5pPr>
              <a:defRPr sz="1125" b="1">
                <a:solidFill>
                  <a:srgbClr val="5558F6"/>
                </a:solidFill>
              </a:defRPr>
            </a:lvl5pPr>
            <a:lvl6pPr>
              <a:defRPr sz="1125" b="1">
                <a:solidFill>
                  <a:srgbClr val="5558F6"/>
                </a:solidFill>
              </a:defRPr>
            </a:lvl6pPr>
            <a:lvl7pPr>
              <a:defRPr sz="1125" b="1">
                <a:solidFill>
                  <a:srgbClr val="5558F6"/>
                </a:solidFill>
              </a:defRPr>
            </a:lvl7pPr>
            <a:lvl8pPr>
              <a:defRPr sz="1125" b="1">
                <a:solidFill>
                  <a:srgbClr val="5558F6"/>
                </a:solidFill>
              </a:defRPr>
            </a:lvl8pPr>
            <a:lvl9pPr>
              <a:defRPr sz="1125" b="1">
                <a:solidFill>
                  <a:srgbClr val="5558F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58F6"/>
                </a:solidFill>
              </a:defRPr>
            </a:pPr>
            <a:r>
              <a:rPr sz="1125" b="1">
                <a:solidFill>
                  <a:srgbClr val="5558F6"/>
                </a:solidFill>
              </a:rPr>
              <a:t>EXPERIMENT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A1F1B-8074-4176-AA59-28A00033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19475"/>
            <a:ext cx="81534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13B"/>
                </a:solidFill>
              </a:defRPr>
            </a:defPPr>
            <a:lvl1pPr>
              <a:defRPr sz="1425" b="0">
                <a:solidFill>
                  <a:srgbClr val="17213B"/>
                </a:solidFill>
              </a:defRPr>
            </a:lvl1pPr>
            <a:lvl2pPr>
              <a:defRPr sz="1425" b="0">
                <a:solidFill>
                  <a:srgbClr val="17213B"/>
                </a:solidFill>
              </a:defRPr>
            </a:lvl2pPr>
            <a:lvl3pPr>
              <a:defRPr sz="1425" b="0">
                <a:solidFill>
                  <a:srgbClr val="17213B"/>
                </a:solidFill>
              </a:defRPr>
            </a:lvl3pPr>
            <a:lvl4pPr>
              <a:defRPr sz="1425" b="0">
                <a:solidFill>
                  <a:srgbClr val="17213B"/>
                </a:solidFill>
              </a:defRPr>
            </a:lvl4pPr>
            <a:lvl5pPr>
              <a:defRPr sz="1425" b="0">
                <a:solidFill>
                  <a:srgbClr val="17213B"/>
                </a:solidFill>
              </a:defRPr>
            </a:lvl5pPr>
            <a:lvl6pPr>
              <a:defRPr sz="1425" b="0">
                <a:solidFill>
                  <a:srgbClr val="17213B"/>
                </a:solidFill>
              </a:defRPr>
            </a:lvl6pPr>
            <a:lvl7pPr>
              <a:defRPr sz="1425" b="0">
                <a:solidFill>
                  <a:srgbClr val="17213B"/>
                </a:solidFill>
              </a:defRPr>
            </a:lvl7pPr>
            <a:lvl8pPr>
              <a:defRPr sz="1425" b="0">
                <a:solidFill>
                  <a:srgbClr val="17213B"/>
                </a:solidFill>
              </a:defRPr>
            </a:lvl8pPr>
            <a:lvl9pPr>
              <a:defRPr sz="1425" b="0">
                <a:solidFill>
                  <a:srgbClr val="17213B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13B"/>
                </a:solidFill>
              </a:defRPr>
            </a:pPr>
            <a:r>
              <a:rPr sz="1425" b="0">
                <a:solidFill>
                  <a:srgbClr val="17213B"/>
                </a:solidFill>
              </a:rPr>
              <a:t>Compare current workflow with guided review; pre-register metric and MDE, then check sample size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259BA-7A65-4B34-89B1-16FBBF4B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110490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B3407-D7D9-486C-AC33-353D2124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638675"/>
            <a:ext cx="6667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F30CC-C19B-4D55-B91A-35F7503E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48200"/>
            <a:ext cx="2047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5558F6"/>
                </a:solidFill>
              </a:defRPr>
            </a:defPPr>
            <a:lvl1pPr>
              <a:defRPr sz="1125" b="1">
                <a:solidFill>
                  <a:srgbClr val="5558F6"/>
                </a:solidFill>
              </a:defRPr>
            </a:lvl1pPr>
            <a:lvl2pPr>
              <a:defRPr sz="1125" b="1">
                <a:solidFill>
                  <a:srgbClr val="5558F6"/>
                </a:solidFill>
              </a:defRPr>
            </a:lvl2pPr>
            <a:lvl3pPr>
              <a:defRPr sz="1125" b="1">
                <a:solidFill>
                  <a:srgbClr val="5558F6"/>
                </a:solidFill>
              </a:defRPr>
            </a:lvl3pPr>
            <a:lvl4pPr>
              <a:defRPr sz="1125" b="1">
                <a:solidFill>
                  <a:srgbClr val="5558F6"/>
                </a:solidFill>
              </a:defRPr>
            </a:lvl4pPr>
            <a:lvl5pPr>
              <a:defRPr sz="1125" b="1">
                <a:solidFill>
                  <a:srgbClr val="5558F6"/>
                </a:solidFill>
              </a:defRPr>
            </a:lvl5pPr>
            <a:lvl6pPr>
              <a:defRPr sz="1125" b="1">
                <a:solidFill>
                  <a:srgbClr val="5558F6"/>
                </a:solidFill>
              </a:defRPr>
            </a:lvl6pPr>
            <a:lvl7pPr>
              <a:defRPr sz="1125" b="1">
                <a:solidFill>
                  <a:srgbClr val="5558F6"/>
                </a:solidFill>
              </a:defRPr>
            </a:lvl7pPr>
            <a:lvl8pPr>
              <a:defRPr sz="1125" b="1">
                <a:solidFill>
                  <a:srgbClr val="5558F6"/>
                </a:solidFill>
              </a:defRPr>
            </a:lvl8pPr>
            <a:lvl9pPr>
              <a:defRPr sz="1125" b="1">
                <a:solidFill>
                  <a:srgbClr val="5558F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58F6"/>
                </a:solidFill>
              </a:defRPr>
            </a:pPr>
            <a:r>
              <a:rPr sz="1125" b="1">
                <a:solidFill>
                  <a:srgbClr val="5558F6"/>
                </a:solidFill>
              </a:rPr>
              <a:t>GUARDRAILS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8EF8A8-3837-45C0-A430-8EA377DA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72000"/>
            <a:ext cx="81534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13B"/>
                </a:solidFill>
              </a:defRPr>
            </a:defPPr>
            <a:lvl1pPr>
              <a:defRPr sz="1425" b="0">
                <a:solidFill>
                  <a:srgbClr val="17213B"/>
                </a:solidFill>
              </a:defRPr>
            </a:lvl1pPr>
            <a:lvl2pPr>
              <a:defRPr sz="1425" b="0">
                <a:solidFill>
                  <a:srgbClr val="17213B"/>
                </a:solidFill>
              </a:defRPr>
            </a:lvl2pPr>
            <a:lvl3pPr>
              <a:defRPr sz="1425" b="0">
                <a:solidFill>
                  <a:srgbClr val="17213B"/>
                </a:solidFill>
              </a:defRPr>
            </a:lvl3pPr>
            <a:lvl4pPr>
              <a:defRPr sz="1425" b="0">
                <a:solidFill>
                  <a:srgbClr val="17213B"/>
                </a:solidFill>
              </a:defRPr>
            </a:lvl4pPr>
            <a:lvl5pPr>
              <a:defRPr sz="1425" b="0">
                <a:solidFill>
                  <a:srgbClr val="17213B"/>
                </a:solidFill>
              </a:defRPr>
            </a:lvl5pPr>
            <a:lvl6pPr>
              <a:defRPr sz="1425" b="0">
                <a:solidFill>
                  <a:srgbClr val="17213B"/>
                </a:solidFill>
              </a:defRPr>
            </a:lvl6pPr>
            <a:lvl7pPr>
              <a:defRPr sz="1425" b="0">
                <a:solidFill>
                  <a:srgbClr val="17213B"/>
                </a:solidFill>
              </a:defRPr>
            </a:lvl7pPr>
            <a:lvl8pPr>
              <a:defRPr sz="1425" b="0">
                <a:solidFill>
                  <a:srgbClr val="17213B"/>
                </a:solidFill>
              </a:defRPr>
            </a:lvl8pPr>
            <a:lvl9pPr>
              <a:defRPr sz="1425" b="0">
                <a:solidFill>
                  <a:srgbClr val="17213B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13B"/>
                </a:solidFill>
              </a:defRPr>
            </a:pPr>
            <a:r>
              <a:rPr sz="1425" b="0">
                <a:solidFill>
                  <a:srgbClr val="17213B"/>
                </a:solidFill>
              </a:rPr>
              <a:t>Safety step completion, unresolved critical issues, privacy, and creator time burden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2D4A9B-6B44-4A90-A672-41E846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6738C"/>
                </a:solidFill>
              </a:defRPr>
            </a:defPPr>
            <a:lvl1pPr>
              <a:defRPr sz="1200" b="0">
                <a:solidFill>
                  <a:srgbClr val="66738C"/>
                </a:solidFill>
              </a:defRPr>
            </a:lvl1pPr>
            <a:lvl2pPr>
              <a:defRPr sz="1200" b="0">
                <a:solidFill>
                  <a:srgbClr val="66738C"/>
                </a:solidFill>
              </a:defRPr>
            </a:lvl2pPr>
            <a:lvl3pPr>
              <a:defRPr sz="1200" b="0">
                <a:solidFill>
                  <a:srgbClr val="66738C"/>
                </a:solidFill>
              </a:defRPr>
            </a:lvl3pPr>
            <a:lvl4pPr>
              <a:defRPr sz="1200" b="0">
                <a:solidFill>
                  <a:srgbClr val="66738C"/>
                </a:solidFill>
              </a:defRPr>
            </a:lvl4pPr>
            <a:lvl5pPr>
              <a:defRPr sz="1200" b="0">
                <a:solidFill>
                  <a:srgbClr val="66738C"/>
                </a:solidFill>
              </a:defRPr>
            </a:lvl5pPr>
            <a:lvl6pPr>
              <a:defRPr sz="1200" b="0">
                <a:solidFill>
                  <a:srgbClr val="66738C"/>
                </a:solidFill>
              </a:defRPr>
            </a:lvl6pPr>
            <a:lvl7pPr>
              <a:defRPr sz="1200" b="0">
                <a:solidFill>
                  <a:srgbClr val="66738C"/>
                </a:solidFill>
              </a:defRPr>
            </a:lvl7pPr>
            <a:lvl8pPr>
              <a:defRPr sz="1200" b="0">
                <a:solidFill>
                  <a:srgbClr val="66738C"/>
                </a:solidFill>
              </a:defRPr>
            </a:lvl8pPr>
            <a:lvl9pPr>
              <a:defRPr sz="1200" b="0">
                <a:solidFill>
                  <a:srgbClr val="66738C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38C"/>
                </a:solidFill>
              </a:defRPr>
            </a:pPr>
            <a:r>
              <a:rPr sz="1200" b="0">
                <a:solidFill>
                  <a:srgbClr val="66738C"/>
                </a:solidFill>
              </a:rPr>
              <a:t>Next: consented discovery → pilot → measure → refine. No measured impact or A/B result is claimed.</a:t>
            </a:r>
          </a:p>
        </p:txBody>
      </p:sp>
    </p:spTree>
    <p:extLst>
      <p:ext uri="{BB962C8B-B14F-4D97-AF65-F5344CB8AC3E}">
        <p14:creationId xmlns:p14="http://schemas.microsoft.com/office/powerpoint/2010/main" val="20752706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2026-10-26T13:38:27.5360000Z</dcterms:created>
  <dcterms:modified xsi:type="dcterms:W3CDTF">2026-10-26T13:38:27.5360000Z</dcterms:modified>
</coreProperties>
</file>